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66"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AC81"/>
    <a:srgbClr val="C3B1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B8ADA-631C-4330-87DB-628FF56FEDCC}" v="59" dt="2025-10-28T06:57:22.094"/>
    <p1510:client id="{053AA440-CB8A-4996-87E6-14D2ACD74480}" v="75" dt="2025-10-28T07:24:55.078"/>
    <p1510:client id="{1DAE7B60-61D0-4464-B14B-ED2431E01E2A}" v="17" dt="2025-10-28T06:42:39.997"/>
    <p1510:client id="{2ADA624A-8DB4-4082-8340-A39BAD69C405}" v="18" dt="2025-10-28T06:35:04.234"/>
    <p1510:client id="{2C1A3E2A-AF3F-4BB0-8EBB-3B93E62A70C9}" v="94" dt="2025-10-28T06:32:32.014"/>
    <p1510:client id="{A1E77744-453B-4A05-B968-C8ED61B3639D}" v="129" dt="2025-10-28T06:17:35.285"/>
    <p1510:client id="{CFD2460F-9DE4-47FC-B567-BF1BAF81CF61}" v="70" dt="2025-10-28T05:21:51.196"/>
    <p1510:client id="{F63E3049-7C4E-466D-ACD2-6AC10EF1A716}" v="39" dt="2025-10-28T05:29:27.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D 🔥 🔥 🔥" userId="17b6f2b55e7b6eeb" providerId="Windows Live" clId="Web-{F63E3049-7C4E-466D-ACD2-6AC10EF1A716}"/>
    <pc:docChg chg="addSld modSld">
      <pc:chgData name="SWAD 🔥 🔥 🔥" userId="17b6f2b55e7b6eeb" providerId="Windows Live" clId="Web-{F63E3049-7C4E-466D-ACD2-6AC10EF1A716}" dt="2025-10-28T05:29:24.937" v="31" actId="20577"/>
      <pc:docMkLst>
        <pc:docMk/>
      </pc:docMkLst>
      <pc:sldChg chg="addSp modSp mod setBg">
        <pc:chgData name="SWAD 🔥 🔥 🔥" userId="17b6f2b55e7b6eeb" providerId="Windows Live" clId="Web-{F63E3049-7C4E-466D-ACD2-6AC10EF1A716}" dt="2025-10-28T05:24:16.436" v="8" actId="20577"/>
        <pc:sldMkLst>
          <pc:docMk/>
          <pc:sldMk cId="988319252" sldId="259"/>
        </pc:sldMkLst>
        <pc:spChg chg="mod">
          <ac:chgData name="SWAD 🔥 🔥 🔥" userId="17b6f2b55e7b6eeb" providerId="Windows Live" clId="Web-{F63E3049-7C4E-466D-ACD2-6AC10EF1A716}" dt="2025-10-28T05:24:16.436" v="8" actId="20577"/>
          <ac:spMkLst>
            <pc:docMk/>
            <pc:sldMk cId="988319252" sldId="259"/>
            <ac:spMk id="2" creationId="{66614E2C-1FB3-D8AF-1D48-923D399A6D4E}"/>
          </ac:spMkLst>
        </pc:spChg>
        <pc:spChg chg="add mod ord">
          <ac:chgData name="SWAD 🔥 🔥 🔥" userId="17b6f2b55e7b6eeb" providerId="Windows Live" clId="Web-{F63E3049-7C4E-466D-ACD2-6AC10EF1A716}" dt="2025-10-28T05:23:54.139" v="4"/>
          <ac:spMkLst>
            <pc:docMk/>
            <pc:sldMk cId="988319252" sldId="259"/>
            <ac:spMk id="4" creationId="{A2BB9747-F9BD-D75F-BB65-224F48661C8A}"/>
          </ac:spMkLst>
        </pc:spChg>
        <pc:spChg chg="add">
          <ac:chgData name="SWAD 🔥 🔥 🔥" userId="17b6f2b55e7b6eeb" providerId="Windows Live" clId="Web-{F63E3049-7C4E-466D-ACD2-6AC10EF1A716}" dt="2025-10-28T05:23:54.139" v="4"/>
          <ac:spMkLst>
            <pc:docMk/>
            <pc:sldMk cId="988319252" sldId="259"/>
            <ac:spMk id="9" creationId="{0288C6B4-AFC3-407F-A595-EFFD38D4CCAF}"/>
          </ac:spMkLst>
        </pc:spChg>
        <pc:spChg chg="add">
          <ac:chgData name="SWAD 🔥 🔥 🔥" userId="17b6f2b55e7b6eeb" providerId="Windows Live" clId="Web-{F63E3049-7C4E-466D-ACD2-6AC10EF1A716}" dt="2025-10-28T05:23:54.139" v="4"/>
          <ac:spMkLst>
            <pc:docMk/>
            <pc:sldMk cId="988319252" sldId="259"/>
            <ac:spMk id="11" creationId="{CF236821-17FE-429B-8D2C-08E13A64EA40}"/>
          </ac:spMkLst>
        </pc:spChg>
        <pc:spChg chg="add">
          <ac:chgData name="SWAD 🔥 🔥 🔥" userId="17b6f2b55e7b6eeb" providerId="Windows Live" clId="Web-{F63E3049-7C4E-466D-ACD2-6AC10EF1A716}" dt="2025-10-28T05:23:54.139" v="4"/>
          <ac:spMkLst>
            <pc:docMk/>
            <pc:sldMk cId="988319252" sldId="259"/>
            <ac:spMk id="13" creationId="{C0BDBCD2-E081-43AB-9119-C55465E59757}"/>
          </ac:spMkLst>
        </pc:spChg>
        <pc:spChg chg="add">
          <ac:chgData name="SWAD 🔥 🔥 🔥" userId="17b6f2b55e7b6eeb" providerId="Windows Live" clId="Web-{F63E3049-7C4E-466D-ACD2-6AC10EF1A716}" dt="2025-10-28T05:23:54.139" v="4"/>
          <ac:spMkLst>
            <pc:docMk/>
            <pc:sldMk cId="988319252" sldId="259"/>
            <ac:spMk id="15" creationId="{98E79BE4-34FE-485A-98A5-92CE8F7C4743}"/>
          </ac:spMkLst>
        </pc:spChg>
        <pc:spChg chg="add">
          <ac:chgData name="SWAD 🔥 🔥 🔥" userId="17b6f2b55e7b6eeb" providerId="Windows Live" clId="Web-{F63E3049-7C4E-466D-ACD2-6AC10EF1A716}" dt="2025-10-28T05:23:54.139" v="4"/>
          <ac:spMkLst>
            <pc:docMk/>
            <pc:sldMk cId="988319252" sldId="259"/>
            <ac:spMk id="17" creationId="{7A5F0580-5EE9-419F-96EE-B6529EF6E7D0}"/>
          </ac:spMkLst>
        </pc:spChg>
        <pc:picChg chg="mod">
          <ac:chgData name="SWAD 🔥 🔥 🔥" userId="17b6f2b55e7b6eeb" providerId="Windows Live" clId="Web-{F63E3049-7C4E-466D-ACD2-6AC10EF1A716}" dt="2025-10-28T05:23:54.139" v="4"/>
          <ac:picMkLst>
            <pc:docMk/>
            <pc:sldMk cId="988319252" sldId="259"/>
            <ac:picMk id="3" creationId="{1E7980B6-2007-2D07-68A6-E0257CFF02E2}"/>
          </ac:picMkLst>
        </pc:picChg>
      </pc:sldChg>
      <pc:sldChg chg="addSp delSp modSp new mod setBg">
        <pc:chgData name="SWAD 🔥 🔥 🔥" userId="17b6f2b55e7b6eeb" providerId="Windows Live" clId="Web-{F63E3049-7C4E-466D-ACD2-6AC10EF1A716}" dt="2025-10-28T05:28:43.734" v="27" actId="20577"/>
        <pc:sldMkLst>
          <pc:docMk/>
          <pc:sldMk cId="3826078687" sldId="260"/>
        </pc:sldMkLst>
        <pc:spChg chg="add del mod">
          <ac:chgData name="SWAD 🔥 🔥 🔥" userId="17b6f2b55e7b6eeb" providerId="Windows Live" clId="Web-{F63E3049-7C4E-466D-ACD2-6AC10EF1A716}" dt="2025-10-28T05:25:36.671" v="13"/>
          <ac:spMkLst>
            <pc:docMk/>
            <pc:sldMk cId="3826078687" sldId="260"/>
            <ac:spMk id="2" creationId="{C90D6AA6-5CEC-AB6F-E965-08796B3A4AD3}"/>
          </ac:spMkLst>
        </pc:spChg>
        <pc:spChg chg="add mod">
          <ac:chgData name="SWAD 🔥 🔥 🔥" userId="17b6f2b55e7b6eeb" providerId="Windows Live" clId="Web-{F63E3049-7C4E-466D-ACD2-6AC10EF1A716}" dt="2025-10-28T05:28:43.734" v="27" actId="20577"/>
          <ac:spMkLst>
            <pc:docMk/>
            <pc:sldMk cId="3826078687" sldId="260"/>
            <ac:spMk id="3" creationId="{C230ED09-7DE1-9865-CA4E-11605303A102}"/>
          </ac:spMkLst>
        </pc:spChg>
        <pc:spChg chg="add mod">
          <ac:chgData name="SWAD 🔥 🔥 🔥" userId="17b6f2b55e7b6eeb" providerId="Windows Live" clId="Web-{F63E3049-7C4E-466D-ACD2-6AC10EF1A716}" dt="2025-10-28T05:28:18.031" v="25" actId="20577"/>
          <ac:spMkLst>
            <pc:docMk/>
            <pc:sldMk cId="3826078687" sldId="260"/>
            <ac:spMk id="4" creationId="{2E89B288-E5BE-0556-162D-51104F768A7F}"/>
          </ac:spMkLst>
        </pc:spChg>
        <pc:spChg chg="add">
          <ac:chgData name="SWAD 🔥 🔥 🔥" userId="17b6f2b55e7b6eeb" providerId="Windows Live" clId="Web-{F63E3049-7C4E-466D-ACD2-6AC10EF1A716}" dt="2025-10-28T05:28:08.484" v="24"/>
          <ac:spMkLst>
            <pc:docMk/>
            <pc:sldMk cId="3826078687" sldId="260"/>
            <ac:spMk id="10" creationId="{0288C6B4-AFC3-407F-A595-EFFD38D4CCAF}"/>
          </ac:spMkLst>
        </pc:spChg>
        <pc:spChg chg="add">
          <ac:chgData name="SWAD 🔥 🔥 🔥" userId="17b6f2b55e7b6eeb" providerId="Windows Live" clId="Web-{F63E3049-7C4E-466D-ACD2-6AC10EF1A716}" dt="2025-10-28T05:28:08.484" v="24"/>
          <ac:spMkLst>
            <pc:docMk/>
            <pc:sldMk cId="3826078687" sldId="260"/>
            <ac:spMk id="12" creationId="{CF236821-17FE-429B-8D2C-08E13A64EA40}"/>
          </ac:spMkLst>
        </pc:spChg>
        <pc:spChg chg="add">
          <ac:chgData name="SWAD 🔥 🔥 🔥" userId="17b6f2b55e7b6eeb" providerId="Windows Live" clId="Web-{F63E3049-7C4E-466D-ACD2-6AC10EF1A716}" dt="2025-10-28T05:28:08.484" v="24"/>
          <ac:spMkLst>
            <pc:docMk/>
            <pc:sldMk cId="3826078687" sldId="260"/>
            <ac:spMk id="14" creationId="{C0BDBCD2-E081-43AB-9119-C55465E59757}"/>
          </ac:spMkLst>
        </pc:spChg>
        <pc:spChg chg="add">
          <ac:chgData name="SWAD 🔥 🔥 🔥" userId="17b6f2b55e7b6eeb" providerId="Windows Live" clId="Web-{F63E3049-7C4E-466D-ACD2-6AC10EF1A716}" dt="2025-10-28T05:28:08.484" v="24"/>
          <ac:spMkLst>
            <pc:docMk/>
            <pc:sldMk cId="3826078687" sldId="260"/>
            <ac:spMk id="16" creationId="{98E79BE4-34FE-485A-98A5-92CE8F7C4743}"/>
          </ac:spMkLst>
        </pc:spChg>
        <pc:spChg chg="add">
          <ac:chgData name="SWAD 🔥 🔥 🔥" userId="17b6f2b55e7b6eeb" providerId="Windows Live" clId="Web-{F63E3049-7C4E-466D-ACD2-6AC10EF1A716}" dt="2025-10-28T05:28:08.484" v="24"/>
          <ac:spMkLst>
            <pc:docMk/>
            <pc:sldMk cId="3826078687" sldId="260"/>
            <ac:spMk id="18" creationId="{7A5F0580-5EE9-419F-96EE-B6529EF6E7D0}"/>
          </ac:spMkLst>
        </pc:spChg>
        <pc:picChg chg="add mod">
          <ac:chgData name="SWAD 🔥 🔥 🔥" userId="17b6f2b55e7b6eeb" providerId="Windows Live" clId="Web-{F63E3049-7C4E-466D-ACD2-6AC10EF1A716}" dt="2025-10-28T05:28:08.484" v="24"/>
          <ac:picMkLst>
            <pc:docMk/>
            <pc:sldMk cId="3826078687" sldId="260"/>
            <ac:picMk id="5" creationId="{6E7CB2CD-A27F-09EB-30A9-4B26D60DA35D}"/>
          </ac:picMkLst>
        </pc:picChg>
      </pc:sldChg>
      <pc:sldChg chg="addSp modSp new">
        <pc:chgData name="SWAD 🔥 🔥 🔥" userId="17b6f2b55e7b6eeb" providerId="Windows Live" clId="Web-{F63E3049-7C4E-466D-ACD2-6AC10EF1A716}" dt="2025-10-28T05:29:24.937" v="31" actId="20577"/>
        <pc:sldMkLst>
          <pc:docMk/>
          <pc:sldMk cId="798466385" sldId="261"/>
        </pc:sldMkLst>
        <pc:spChg chg="add mod">
          <ac:chgData name="SWAD 🔥 🔥 🔥" userId="17b6f2b55e7b6eeb" providerId="Windows Live" clId="Web-{F63E3049-7C4E-466D-ACD2-6AC10EF1A716}" dt="2025-10-28T05:29:24.937" v="31" actId="20577"/>
          <ac:spMkLst>
            <pc:docMk/>
            <pc:sldMk cId="798466385" sldId="261"/>
            <ac:spMk id="2" creationId="{D193D673-C94D-8A9F-99A4-D2F19AF591F6}"/>
          </ac:spMkLst>
        </pc:spChg>
      </pc:sldChg>
    </pc:docChg>
  </pc:docChgLst>
  <pc:docChgLst>
    <pc:chgData name="SWAD 🔥 🔥 🔥" userId="17b6f2b55e7b6eeb" providerId="Windows Live" clId="Web-{1DAE7B60-61D0-4464-B14B-ED2431E01E2A}"/>
    <pc:docChg chg="modSld">
      <pc:chgData name="SWAD 🔥 🔥 🔥" userId="17b6f2b55e7b6eeb" providerId="Windows Live" clId="Web-{1DAE7B60-61D0-4464-B14B-ED2431E01E2A}" dt="2025-10-28T06:42:39.997" v="16" actId="20577"/>
      <pc:docMkLst>
        <pc:docMk/>
      </pc:docMkLst>
      <pc:sldChg chg="modSp">
        <pc:chgData name="SWAD 🔥 🔥 🔥" userId="17b6f2b55e7b6eeb" providerId="Windows Live" clId="Web-{1DAE7B60-61D0-4464-B14B-ED2431E01E2A}" dt="2025-10-28T06:42:39.997" v="16" actId="20577"/>
        <pc:sldMkLst>
          <pc:docMk/>
          <pc:sldMk cId="3764792910" sldId="266"/>
        </pc:sldMkLst>
        <pc:spChg chg="mod">
          <ac:chgData name="SWAD 🔥 🔥 🔥" userId="17b6f2b55e7b6eeb" providerId="Windows Live" clId="Web-{1DAE7B60-61D0-4464-B14B-ED2431E01E2A}" dt="2025-10-28T06:42:39.997" v="16" actId="20577"/>
          <ac:spMkLst>
            <pc:docMk/>
            <pc:sldMk cId="3764792910" sldId="266"/>
            <ac:spMk id="2" creationId="{CBD6E8CB-1E89-59AF-9FBE-1D502BC29C55}"/>
          </ac:spMkLst>
        </pc:spChg>
      </pc:sldChg>
    </pc:docChg>
  </pc:docChgLst>
  <pc:docChgLst>
    <pc:chgData name="SWAD 🔥 🔥 🔥" userId="17b6f2b55e7b6eeb" providerId="Windows Live" clId="Web-{00AB8ADA-631C-4330-87DB-628FF56FEDCC}"/>
    <pc:docChg chg="modSld">
      <pc:chgData name="SWAD 🔥 🔥 🔥" userId="17b6f2b55e7b6eeb" providerId="Windows Live" clId="Web-{00AB8ADA-631C-4330-87DB-628FF56FEDCC}" dt="2025-10-28T06:57:22.094" v="43" actId="20577"/>
      <pc:docMkLst>
        <pc:docMk/>
      </pc:docMkLst>
      <pc:sldChg chg="addSp delSp modSp mod setBg">
        <pc:chgData name="SWAD 🔥 🔥 🔥" userId="17b6f2b55e7b6eeb" providerId="Windows Live" clId="Web-{00AB8ADA-631C-4330-87DB-628FF56FEDCC}" dt="2025-10-28T06:57:22.094" v="43" actId="20577"/>
        <pc:sldMkLst>
          <pc:docMk/>
          <pc:sldMk cId="109857222" sldId="256"/>
        </pc:sldMkLst>
        <pc:spChg chg="mod">
          <ac:chgData name="SWAD 🔥 🔥 🔥" userId="17b6f2b55e7b6eeb" providerId="Windows Live" clId="Web-{00AB8ADA-631C-4330-87DB-628FF56FEDCC}" dt="2025-10-28T06:57:22.094" v="43" actId="20577"/>
          <ac:spMkLst>
            <pc:docMk/>
            <pc:sldMk cId="109857222" sldId="256"/>
            <ac:spMk id="3" creationId="{AFC6EBBD-702D-1E57-99A5-8E75AAD93366}"/>
          </ac:spMkLst>
        </pc:spChg>
        <pc:spChg chg="mod">
          <ac:chgData name="SWAD 🔥 🔥 🔥" userId="17b6f2b55e7b6eeb" providerId="Windows Live" clId="Web-{00AB8ADA-631C-4330-87DB-628FF56FEDCC}" dt="2025-10-28T06:49:56.400" v="20" actId="20577"/>
          <ac:spMkLst>
            <pc:docMk/>
            <pc:sldMk cId="109857222" sldId="256"/>
            <ac:spMk id="5" creationId="{44E3ED31-CA51-9BF5-94AE-0D0C7D47CBBC}"/>
          </ac:spMkLst>
        </pc:spChg>
        <pc:spChg chg="del">
          <ac:chgData name="SWAD 🔥 🔥 🔥" userId="17b6f2b55e7b6eeb" providerId="Windows Live" clId="Web-{00AB8ADA-631C-4330-87DB-628FF56FEDCC}" dt="2025-10-28T06:48:37.845" v="13"/>
          <ac:spMkLst>
            <pc:docMk/>
            <pc:sldMk cId="109857222" sldId="256"/>
            <ac:spMk id="9" creationId="{27427488-068E-4B55-AC8D-CD070B8CD46D}"/>
          </ac:spMkLst>
        </pc:spChg>
        <pc:spChg chg="del">
          <ac:chgData name="SWAD 🔥 🔥 🔥" userId="17b6f2b55e7b6eeb" providerId="Windows Live" clId="Web-{00AB8ADA-631C-4330-87DB-628FF56FEDCC}" dt="2025-10-28T06:48:37.845" v="13"/>
          <ac:spMkLst>
            <pc:docMk/>
            <pc:sldMk cId="109857222" sldId="256"/>
            <ac:spMk id="15" creationId="{7E13C525-8EE3-4288-848F-C9B2A174F22B}"/>
          </ac:spMkLst>
        </pc:spChg>
        <pc:spChg chg="del">
          <ac:chgData name="SWAD 🔥 🔥 🔥" userId="17b6f2b55e7b6eeb" providerId="Windows Live" clId="Web-{00AB8ADA-631C-4330-87DB-628FF56FEDCC}" dt="2025-10-28T06:48:37.845" v="13"/>
          <ac:spMkLst>
            <pc:docMk/>
            <pc:sldMk cId="109857222" sldId="256"/>
            <ac:spMk id="17" creationId="{A20AF199-99C2-4569-9CAF-24514AE5E82A}"/>
          </ac:spMkLst>
        </pc:spChg>
        <pc:spChg chg="add del">
          <ac:chgData name="SWAD 🔥 🔥 🔥" userId="17b6f2b55e7b6eeb" providerId="Windows Live" clId="Web-{00AB8ADA-631C-4330-87DB-628FF56FEDCC}" dt="2025-10-28T06:48:49.409" v="15"/>
          <ac:spMkLst>
            <pc:docMk/>
            <pc:sldMk cId="109857222" sldId="256"/>
            <ac:spMk id="22" creationId="{E8A8EAB8-D2FF-444D-B34B-7D32F106AD0E}"/>
          </ac:spMkLst>
        </pc:spChg>
        <pc:spChg chg="add">
          <ac:chgData name="SWAD 🔥 🔥 🔥" userId="17b6f2b55e7b6eeb" providerId="Windows Live" clId="Web-{00AB8ADA-631C-4330-87DB-628FF56FEDCC}" dt="2025-10-28T06:48:49.409" v="15"/>
          <ac:spMkLst>
            <pc:docMk/>
            <pc:sldMk cId="109857222" sldId="256"/>
            <ac:spMk id="31" creationId="{DBC6133C-0615-4CE4-9132-37E609A9BDFA}"/>
          </ac:spMkLst>
        </pc:spChg>
        <pc:spChg chg="add">
          <ac:chgData name="SWAD 🔥 🔥 🔥" userId="17b6f2b55e7b6eeb" providerId="Windows Live" clId="Web-{00AB8ADA-631C-4330-87DB-628FF56FEDCC}" dt="2025-10-28T06:48:49.409" v="15"/>
          <ac:spMkLst>
            <pc:docMk/>
            <pc:sldMk cId="109857222" sldId="256"/>
            <ac:spMk id="33" creationId="{169CC832-2974-4E8D-90ED-3E2941BA7336}"/>
          </ac:spMkLst>
        </pc:spChg>
        <pc:spChg chg="add">
          <ac:chgData name="SWAD 🔥 🔥 🔥" userId="17b6f2b55e7b6eeb" providerId="Windows Live" clId="Web-{00AB8ADA-631C-4330-87DB-628FF56FEDCC}" dt="2025-10-28T06:48:49.409" v="15"/>
          <ac:spMkLst>
            <pc:docMk/>
            <pc:sldMk cId="109857222" sldId="256"/>
            <ac:spMk id="35" creationId="{55222F96-971A-4F90-B841-6BAB416C7AC1}"/>
          </ac:spMkLst>
        </pc:spChg>
        <pc:spChg chg="add">
          <ac:chgData name="SWAD 🔥 🔥 🔥" userId="17b6f2b55e7b6eeb" providerId="Windows Live" clId="Web-{00AB8ADA-631C-4330-87DB-628FF56FEDCC}" dt="2025-10-28T06:48:49.409" v="15"/>
          <ac:spMkLst>
            <pc:docMk/>
            <pc:sldMk cId="109857222" sldId="256"/>
            <ac:spMk id="37" creationId="{08980754-6F4B-43C9-B9BE-127B6BED6586}"/>
          </ac:spMkLst>
        </pc:spChg>
        <pc:spChg chg="add">
          <ac:chgData name="SWAD 🔥 🔥 🔥" userId="17b6f2b55e7b6eeb" providerId="Windows Live" clId="Web-{00AB8ADA-631C-4330-87DB-628FF56FEDCC}" dt="2025-10-28T06:48:49.409" v="15"/>
          <ac:spMkLst>
            <pc:docMk/>
            <pc:sldMk cId="109857222" sldId="256"/>
            <ac:spMk id="39" creationId="{2C1BBA94-3F40-40AA-8BB9-E69E25E537C1}"/>
          </ac:spMkLst>
        </pc:spChg>
        <pc:grpChg chg="del">
          <ac:chgData name="SWAD 🔥 🔥 🔥" userId="17b6f2b55e7b6eeb" providerId="Windows Live" clId="Web-{00AB8ADA-631C-4330-87DB-628FF56FEDCC}" dt="2025-10-28T06:48:37.845" v="13"/>
          <ac:grpSpMkLst>
            <pc:docMk/>
            <pc:sldMk cId="109857222" sldId="256"/>
            <ac:grpSpMk id="11" creationId="{D77C2DC4-03FC-4BF3-9F66-E9A3066EE468}"/>
          </ac:grpSpMkLst>
        </pc:grpChg>
        <pc:picChg chg="mod ord">
          <ac:chgData name="SWAD 🔥 🔥 🔥" userId="17b6f2b55e7b6eeb" providerId="Windows Live" clId="Web-{00AB8ADA-631C-4330-87DB-628FF56FEDCC}" dt="2025-10-28T06:49:19.084" v="17" actId="1076"/>
          <ac:picMkLst>
            <pc:docMk/>
            <pc:sldMk cId="109857222" sldId="256"/>
            <ac:picMk id="4" creationId="{1F610AE7-4CCD-A594-86AF-E54202A8EC2B}"/>
          </ac:picMkLst>
        </pc:picChg>
        <pc:cxnChg chg="add">
          <ac:chgData name="SWAD 🔥 🔥 🔥" userId="17b6f2b55e7b6eeb" providerId="Windows Live" clId="Web-{00AB8ADA-631C-4330-87DB-628FF56FEDCC}" dt="2025-10-28T06:48:37.845" v="13"/>
          <ac:cxnSpMkLst>
            <pc:docMk/>
            <pc:sldMk cId="109857222" sldId="256"/>
            <ac:cxnSpMk id="24" creationId="{EEA38897-7BA3-4408-8083-3235339C4A60}"/>
          </ac:cxnSpMkLst>
        </pc:cxnChg>
        <pc:cxnChg chg="add del">
          <ac:chgData name="SWAD 🔥 🔥 🔥" userId="17b6f2b55e7b6eeb" providerId="Windows Live" clId="Web-{00AB8ADA-631C-4330-87DB-628FF56FEDCC}" dt="2025-10-28T06:48:49.409" v="15"/>
          <ac:cxnSpMkLst>
            <pc:docMk/>
            <pc:sldMk cId="109857222" sldId="256"/>
            <ac:cxnSpMk id="26" creationId="{F11AD06B-AB20-4097-8606-5DA00DBACE88}"/>
          </ac:cxnSpMkLst>
        </pc:cxnChg>
      </pc:sldChg>
      <pc:sldChg chg="addSp delSp modSp mod setBg">
        <pc:chgData name="SWAD 🔥 🔥 🔥" userId="17b6f2b55e7b6eeb" providerId="Windows Live" clId="Web-{00AB8ADA-631C-4330-87DB-628FF56FEDCC}" dt="2025-10-28T06:56:56.406" v="38" actId="1076"/>
        <pc:sldMkLst>
          <pc:docMk/>
          <pc:sldMk cId="4218323608" sldId="265"/>
        </pc:sldMkLst>
        <pc:spChg chg="del mod">
          <ac:chgData name="SWAD 🔥 🔥 🔥" userId="17b6f2b55e7b6eeb" providerId="Windows Live" clId="Web-{00AB8ADA-631C-4330-87DB-628FF56FEDCC}" dt="2025-10-28T06:56:18.108" v="32"/>
          <ac:spMkLst>
            <pc:docMk/>
            <pc:sldMk cId="4218323608" sldId="265"/>
            <ac:spMk id="3" creationId="{DD887865-3C29-B84D-70D8-FCF86B0693D5}"/>
          </ac:spMkLst>
        </pc:spChg>
        <pc:spChg chg="mod">
          <ac:chgData name="SWAD 🔥 🔥 🔥" userId="17b6f2b55e7b6eeb" providerId="Windows Live" clId="Web-{00AB8ADA-631C-4330-87DB-628FF56FEDCC}" dt="2025-10-28T06:56:50.421" v="37" actId="20577"/>
          <ac:spMkLst>
            <pc:docMk/>
            <pc:sldMk cId="4218323608" sldId="265"/>
            <ac:spMk id="4" creationId="{35CF9830-4CFA-1D92-F319-94CB6FB3AB34}"/>
          </ac:spMkLst>
        </pc:spChg>
        <pc:graphicFrameChg chg="add">
          <ac:chgData name="SWAD 🔥 🔥 🔥" userId="17b6f2b55e7b6eeb" providerId="Windows Live" clId="Web-{00AB8ADA-631C-4330-87DB-628FF56FEDCC}" dt="2025-10-28T06:56:18.108" v="32"/>
          <ac:graphicFrameMkLst>
            <pc:docMk/>
            <pc:sldMk cId="4218323608" sldId="265"/>
            <ac:graphicFrameMk id="7" creationId="{AC1F19D4-974C-3880-D447-0F3658E3F7B0}"/>
          </ac:graphicFrameMkLst>
        </pc:graphicFrameChg>
        <pc:picChg chg="add mod">
          <ac:chgData name="SWAD 🔥 🔥 🔥" userId="17b6f2b55e7b6eeb" providerId="Windows Live" clId="Web-{00AB8ADA-631C-4330-87DB-628FF56FEDCC}" dt="2025-10-28T06:56:56.406" v="38" actId="1076"/>
          <ac:picMkLst>
            <pc:docMk/>
            <pc:sldMk cId="4218323608" sldId="265"/>
            <ac:picMk id="2" creationId="{EB57ED5D-FC33-6143-6BB0-9A5EE7D12D76}"/>
          </ac:picMkLst>
        </pc:picChg>
      </pc:sldChg>
      <pc:sldChg chg="addSp delSp modSp">
        <pc:chgData name="SWAD 🔥 🔥 🔥" userId="17b6f2b55e7b6eeb" providerId="Windows Live" clId="Web-{00AB8ADA-631C-4330-87DB-628FF56FEDCC}" dt="2025-10-28T06:47:56.824" v="12"/>
        <pc:sldMkLst>
          <pc:docMk/>
          <pc:sldMk cId="3764792910" sldId="266"/>
        </pc:sldMkLst>
        <pc:spChg chg="mod">
          <ac:chgData name="SWAD 🔥 🔥 🔥" userId="17b6f2b55e7b6eeb" providerId="Windows Live" clId="Web-{00AB8ADA-631C-4330-87DB-628FF56FEDCC}" dt="2025-10-28T06:47:56.824" v="12"/>
          <ac:spMkLst>
            <pc:docMk/>
            <pc:sldMk cId="3764792910" sldId="266"/>
            <ac:spMk id="2" creationId="{CBD6E8CB-1E89-59AF-9FBE-1D502BC29C55}"/>
          </ac:spMkLst>
        </pc:spChg>
        <pc:spChg chg="del">
          <ac:chgData name="SWAD 🔥 🔥 🔥" userId="17b6f2b55e7b6eeb" providerId="Windows Live" clId="Web-{00AB8ADA-631C-4330-87DB-628FF56FEDCC}" dt="2025-10-28T06:47:56.824" v="12"/>
          <ac:spMkLst>
            <pc:docMk/>
            <pc:sldMk cId="3764792910" sldId="266"/>
            <ac:spMk id="9" creationId="{5A0118C5-4F8D-4CF4-BADD-53FEACC6C42A}"/>
          </ac:spMkLst>
        </pc:spChg>
        <pc:spChg chg="del">
          <ac:chgData name="SWAD 🔥 🔥 🔥" userId="17b6f2b55e7b6eeb" providerId="Windows Live" clId="Web-{00AB8ADA-631C-4330-87DB-628FF56FEDCC}" dt="2025-10-28T06:47:56.824" v="12"/>
          <ac:spMkLst>
            <pc:docMk/>
            <pc:sldMk cId="3764792910" sldId="266"/>
            <ac:spMk id="26" creationId="{C4C270DE-0BEB-4372-B440-7EADA6FAFA55}"/>
          </ac:spMkLst>
        </pc:spChg>
        <pc:spChg chg="del">
          <ac:chgData name="SWAD 🔥 🔥 🔥" userId="17b6f2b55e7b6eeb" providerId="Windows Live" clId="Web-{00AB8ADA-631C-4330-87DB-628FF56FEDCC}" dt="2025-10-28T06:47:56.824" v="12"/>
          <ac:spMkLst>
            <pc:docMk/>
            <pc:sldMk cId="3764792910" sldId="266"/>
            <ac:spMk id="28" creationId="{757ACA0C-8702-4043-8D4D-582EAEDF1CF8}"/>
          </ac:spMkLst>
        </pc:spChg>
        <pc:spChg chg="add">
          <ac:chgData name="SWAD 🔥 🔥 🔥" userId="17b6f2b55e7b6eeb" providerId="Windows Live" clId="Web-{00AB8ADA-631C-4330-87DB-628FF56FEDCC}" dt="2025-10-28T06:47:56.824" v="12"/>
          <ac:spMkLst>
            <pc:docMk/>
            <pc:sldMk cId="3764792910" sldId="266"/>
            <ac:spMk id="33" creationId="{5A0118C5-4F8D-4CF4-BADD-53FEACC6C42A}"/>
          </ac:spMkLst>
        </pc:spChg>
        <pc:spChg chg="add">
          <ac:chgData name="SWAD 🔥 🔥 🔥" userId="17b6f2b55e7b6eeb" providerId="Windows Live" clId="Web-{00AB8ADA-631C-4330-87DB-628FF56FEDCC}" dt="2025-10-28T06:47:56.824" v="12"/>
          <ac:spMkLst>
            <pc:docMk/>
            <pc:sldMk cId="3764792910" sldId="266"/>
            <ac:spMk id="35" creationId="{F98F79A4-A6C7-4101-B1E9-27E05CB7CFA0}"/>
          </ac:spMkLst>
        </pc:spChg>
        <pc:spChg chg="add">
          <ac:chgData name="SWAD 🔥 🔥 🔥" userId="17b6f2b55e7b6eeb" providerId="Windows Live" clId="Web-{00AB8ADA-631C-4330-87DB-628FF56FEDCC}" dt="2025-10-28T06:47:56.824" v="12"/>
          <ac:spMkLst>
            <pc:docMk/>
            <pc:sldMk cId="3764792910" sldId="266"/>
            <ac:spMk id="37" creationId="{79AFCB35-9C04-4524-A0B1-57FF6865D013}"/>
          </ac:spMkLst>
        </pc:spChg>
        <pc:spChg chg="add">
          <ac:chgData name="SWAD 🔥 🔥 🔥" userId="17b6f2b55e7b6eeb" providerId="Windows Live" clId="Web-{00AB8ADA-631C-4330-87DB-628FF56FEDCC}" dt="2025-10-28T06:47:56.824" v="12"/>
          <ac:spMkLst>
            <pc:docMk/>
            <pc:sldMk cId="3764792910" sldId="266"/>
            <ac:spMk id="39" creationId="{D11AD2AD-0BA0-4DD3-8EEA-84686A0E718C}"/>
          </ac:spMkLst>
        </pc:spChg>
        <pc:spChg chg="add">
          <ac:chgData name="SWAD 🔥 🔥 🔥" userId="17b6f2b55e7b6eeb" providerId="Windows Live" clId="Web-{00AB8ADA-631C-4330-87DB-628FF56FEDCC}" dt="2025-10-28T06:47:56.824" v="12"/>
          <ac:spMkLst>
            <pc:docMk/>
            <pc:sldMk cId="3764792910" sldId="266"/>
            <ac:spMk id="43" creationId="{9E5C5460-229E-46C8-A712-CC317985420F}"/>
          </ac:spMkLst>
        </pc:spChg>
        <pc:spChg chg="add">
          <ac:chgData name="SWAD 🔥 🔥 🔥" userId="17b6f2b55e7b6eeb" providerId="Windows Live" clId="Web-{00AB8ADA-631C-4330-87DB-628FF56FEDCC}" dt="2025-10-28T06:47:56.824" v="12"/>
          <ac:spMkLst>
            <pc:docMk/>
            <pc:sldMk cId="3764792910" sldId="266"/>
            <ac:spMk id="45" creationId="{FC3ABE8C-1C72-4141-BADF-DD681176459A}"/>
          </ac:spMkLst>
        </pc:spChg>
        <pc:picChg chg="del">
          <ac:chgData name="SWAD 🔥 🔥 🔥" userId="17b6f2b55e7b6eeb" providerId="Windows Live" clId="Web-{00AB8ADA-631C-4330-87DB-628FF56FEDCC}" dt="2025-10-28T06:44:01.388" v="0"/>
          <ac:picMkLst>
            <pc:docMk/>
            <pc:sldMk cId="3764792910" sldId="266"/>
            <ac:picMk id="4" creationId="{4FF82A4A-F2B7-1B28-D589-DD38C57BA431}"/>
          </ac:picMkLst>
        </pc:picChg>
        <pc:picChg chg="add del mod">
          <ac:chgData name="SWAD 🔥 🔥 🔥" userId="17b6f2b55e7b6eeb" providerId="Windows Live" clId="Web-{00AB8ADA-631C-4330-87DB-628FF56FEDCC}" dt="2025-10-28T06:44:08.169" v="2"/>
          <ac:picMkLst>
            <pc:docMk/>
            <pc:sldMk cId="3764792910" sldId="266"/>
            <ac:picMk id="5" creationId="{95EB1704-6D1E-3995-ABDB-3F851031EE61}"/>
          </ac:picMkLst>
        </pc:picChg>
        <pc:picChg chg="add del mod">
          <ac:chgData name="SWAD 🔥 🔥 🔥" userId="17b6f2b55e7b6eeb" providerId="Windows Live" clId="Web-{00AB8ADA-631C-4330-87DB-628FF56FEDCC}" dt="2025-10-28T06:44:37.075" v="4"/>
          <ac:picMkLst>
            <pc:docMk/>
            <pc:sldMk cId="3764792910" sldId="266"/>
            <ac:picMk id="6" creationId="{B78ABE06-48B7-E8F4-4C03-338B3A25D49F}"/>
          </ac:picMkLst>
        </pc:picChg>
        <pc:picChg chg="add mod">
          <ac:chgData name="SWAD 🔥 🔥 🔥" userId="17b6f2b55e7b6eeb" providerId="Windows Live" clId="Web-{00AB8ADA-631C-4330-87DB-628FF56FEDCC}" dt="2025-10-28T06:45:34.998" v="10" actId="1076"/>
          <ac:picMkLst>
            <pc:docMk/>
            <pc:sldMk cId="3764792910" sldId="266"/>
            <ac:picMk id="7" creationId="{1A13C5D5-CECE-BEB9-A60C-4CCF0EF6ADD2}"/>
          </ac:picMkLst>
        </pc:picChg>
        <pc:picChg chg="add mod">
          <ac:chgData name="SWAD 🔥 🔥 🔥" userId="17b6f2b55e7b6eeb" providerId="Windows Live" clId="Web-{00AB8ADA-631C-4330-87DB-628FF56FEDCC}" dt="2025-10-28T06:47:45.088" v="11"/>
          <ac:picMkLst>
            <pc:docMk/>
            <pc:sldMk cId="3764792910" sldId="266"/>
            <ac:picMk id="8" creationId="{7C4F104A-3F68-893A-A14D-1C67F9B7E135}"/>
          </ac:picMkLst>
        </pc:picChg>
      </pc:sldChg>
    </pc:docChg>
  </pc:docChgLst>
  <pc:docChgLst>
    <pc:chgData name="SWAD 🔥 🔥 🔥" userId="17b6f2b55e7b6eeb" providerId="Windows Live" clId="Web-{053AA440-CB8A-4996-87E6-14D2ACD74480}"/>
    <pc:docChg chg="modSld">
      <pc:chgData name="SWAD 🔥 🔥 🔥" userId="17b6f2b55e7b6eeb" providerId="Windows Live" clId="Web-{053AA440-CB8A-4996-87E6-14D2ACD74480}" dt="2025-10-28T07:24:55.078" v="70" actId="20577"/>
      <pc:docMkLst>
        <pc:docMk/>
      </pc:docMkLst>
      <pc:sldChg chg="delSp modSp">
        <pc:chgData name="SWAD 🔥 🔥 🔥" userId="17b6f2b55e7b6eeb" providerId="Windows Live" clId="Web-{053AA440-CB8A-4996-87E6-14D2ACD74480}" dt="2025-10-28T07:24:55.078" v="70" actId="20577"/>
        <pc:sldMkLst>
          <pc:docMk/>
          <pc:sldMk cId="109857222" sldId="256"/>
        </pc:sldMkLst>
        <pc:spChg chg="mod">
          <ac:chgData name="SWAD 🔥 🔥 🔥" userId="17b6f2b55e7b6eeb" providerId="Windows Live" clId="Web-{053AA440-CB8A-4996-87E6-14D2ACD74480}" dt="2025-10-28T07:24:51.874" v="69" actId="20577"/>
          <ac:spMkLst>
            <pc:docMk/>
            <pc:sldMk cId="109857222" sldId="256"/>
            <ac:spMk id="3" creationId="{AFC6EBBD-702D-1E57-99A5-8E75AAD93366}"/>
          </ac:spMkLst>
        </pc:spChg>
        <pc:spChg chg="mod">
          <ac:chgData name="SWAD 🔥 🔥 🔥" userId="17b6f2b55e7b6eeb" providerId="Windows Live" clId="Web-{053AA440-CB8A-4996-87E6-14D2ACD74480}" dt="2025-10-28T07:24:55.078" v="70" actId="20577"/>
          <ac:spMkLst>
            <pc:docMk/>
            <pc:sldMk cId="109857222" sldId="256"/>
            <ac:spMk id="5" creationId="{44E3ED31-CA51-9BF5-94AE-0D0C7D47CBBC}"/>
          </ac:spMkLst>
        </pc:spChg>
        <pc:spChg chg="del">
          <ac:chgData name="SWAD 🔥 🔥 🔥" userId="17b6f2b55e7b6eeb" providerId="Windows Live" clId="Web-{053AA440-CB8A-4996-87E6-14D2ACD74480}" dt="2025-10-28T07:08:42.712" v="2"/>
          <ac:spMkLst>
            <pc:docMk/>
            <pc:sldMk cId="109857222" sldId="256"/>
            <ac:spMk id="39" creationId="{2C1BBA94-3F40-40AA-8BB9-E69E25E537C1}"/>
          </ac:spMkLst>
        </pc:spChg>
        <pc:picChg chg="mod modCrop">
          <ac:chgData name="SWAD 🔥 🔥 🔥" userId="17b6f2b55e7b6eeb" providerId="Windows Live" clId="Web-{053AA440-CB8A-4996-87E6-14D2ACD74480}" dt="2025-10-28T07:10:07.183" v="7"/>
          <ac:picMkLst>
            <pc:docMk/>
            <pc:sldMk cId="109857222" sldId="256"/>
            <ac:picMk id="4" creationId="{1F610AE7-4CCD-A594-86AF-E54202A8EC2B}"/>
          </ac:picMkLst>
        </pc:picChg>
      </pc:sldChg>
      <pc:sldChg chg="modSp">
        <pc:chgData name="SWAD 🔥 🔥 🔥" userId="17b6f2b55e7b6eeb" providerId="Windows Live" clId="Web-{053AA440-CB8A-4996-87E6-14D2ACD74480}" dt="2025-10-28T07:24:37.812" v="68" actId="20577"/>
        <pc:sldMkLst>
          <pc:docMk/>
          <pc:sldMk cId="4218323608" sldId="265"/>
        </pc:sldMkLst>
        <pc:spChg chg="mod">
          <ac:chgData name="SWAD 🔥 🔥 🔥" userId="17b6f2b55e7b6eeb" providerId="Windows Live" clId="Web-{053AA440-CB8A-4996-87E6-14D2ACD74480}" dt="2025-10-28T07:24:37.812" v="68" actId="20577"/>
          <ac:spMkLst>
            <pc:docMk/>
            <pc:sldMk cId="4218323608" sldId="265"/>
            <ac:spMk id="4" creationId="{35CF9830-4CFA-1D92-F319-94CB6FB3AB34}"/>
          </ac:spMkLst>
        </pc:spChg>
      </pc:sldChg>
      <pc:sldChg chg="addSp delSp modSp">
        <pc:chgData name="SWAD 🔥 🔥 🔥" userId="17b6f2b55e7b6eeb" providerId="Windows Live" clId="Web-{053AA440-CB8A-4996-87E6-14D2ACD74480}" dt="2025-10-28T07:16:49.642" v="66" actId="20577"/>
        <pc:sldMkLst>
          <pc:docMk/>
          <pc:sldMk cId="3764792910" sldId="266"/>
        </pc:sldMkLst>
        <pc:spChg chg="del mod">
          <ac:chgData name="SWAD 🔥 🔥 🔥" userId="17b6f2b55e7b6eeb" providerId="Windows Live" clId="Web-{053AA440-CB8A-4996-87E6-14D2ACD74480}" dt="2025-10-28T07:15:49.704" v="49"/>
          <ac:spMkLst>
            <pc:docMk/>
            <pc:sldMk cId="3764792910" sldId="266"/>
            <ac:spMk id="2" creationId="{CBD6E8CB-1E89-59AF-9FBE-1D502BC29C55}"/>
          </ac:spMkLst>
        </pc:spChg>
        <pc:spChg chg="add mod">
          <ac:chgData name="SWAD 🔥 🔥 🔥" userId="17b6f2b55e7b6eeb" providerId="Windows Live" clId="Web-{053AA440-CB8A-4996-87E6-14D2ACD74480}" dt="2025-10-28T07:15:01.907" v="42" actId="1076"/>
          <ac:spMkLst>
            <pc:docMk/>
            <pc:sldMk cId="3764792910" sldId="266"/>
            <ac:spMk id="4" creationId="{288B5582-B754-0D9D-C599-08416FB1A0F2}"/>
          </ac:spMkLst>
        </pc:spChg>
        <pc:spChg chg="add del">
          <ac:chgData name="SWAD 🔥 🔥 🔥" userId="17b6f2b55e7b6eeb" providerId="Windows Live" clId="Web-{053AA440-CB8A-4996-87E6-14D2ACD74480}" dt="2025-10-28T07:14:11" v="28"/>
          <ac:spMkLst>
            <pc:docMk/>
            <pc:sldMk cId="3764792910" sldId="266"/>
            <ac:spMk id="5" creationId="{211AB9F2-880D-7158-6721-3B27CC868899}"/>
          </ac:spMkLst>
        </pc:spChg>
        <pc:spChg chg="add mod">
          <ac:chgData name="SWAD 🔥 🔥 🔥" userId="17b6f2b55e7b6eeb" providerId="Windows Live" clId="Web-{053AA440-CB8A-4996-87E6-14D2ACD74480}" dt="2025-10-28T07:16:49.642" v="66" actId="20577"/>
          <ac:spMkLst>
            <pc:docMk/>
            <pc:sldMk cId="3764792910" sldId="266"/>
            <ac:spMk id="6" creationId="{5DF886EF-6210-35A6-58AD-1A88A0BF8C74}"/>
          </ac:spMkLst>
        </pc:spChg>
        <pc:spChg chg="add del">
          <ac:chgData name="SWAD 🔥 🔥 🔥" userId="17b6f2b55e7b6eeb" providerId="Windows Live" clId="Web-{053AA440-CB8A-4996-87E6-14D2ACD74480}" dt="2025-10-28T07:15:58.360" v="51"/>
          <ac:spMkLst>
            <pc:docMk/>
            <pc:sldMk cId="3764792910" sldId="266"/>
            <ac:spMk id="9" creationId="{DFED6444-1F4E-24E8-C105-676CCD9F314B}"/>
          </ac:spMkLst>
        </pc:spChg>
        <pc:spChg chg="add del">
          <ac:chgData name="SWAD 🔥 🔥 🔥" userId="17b6f2b55e7b6eeb" providerId="Windows Live" clId="Web-{053AA440-CB8A-4996-87E6-14D2ACD74480}" dt="2025-10-28T07:16:05.251" v="53"/>
          <ac:spMkLst>
            <pc:docMk/>
            <pc:sldMk cId="3764792910" sldId="266"/>
            <ac:spMk id="10" creationId="{56F0AD30-9F70-D2BA-F438-5F2B46FA55E0}"/>
          </ac:spMkLst>
        </pc:spChg>
        <pc:spChg chg="add mod">
          <ac:chgData name="SWAD 🔥 🔥 🔥" userId="17b6f2b55e7b6eeb" providerId="Windows Live" clId="Web-{053AA440-CB8A-4996-87E6-14D2ACD74480}" dt="2025-10-28T07:16:42.220" v="65" actId="20577"/>
          <ac:spMkLst>
            <pc:docMk/>
            <pc:sldMk cId="3764792910" sldId="266"/>
            <ac:spMk id="11" creationId="{B053BC65-8089-9F2B-5F10-8B2D1BF60D4D}"/>
          </ac:spMkLst>
        </pc:spChg>
        <pc:picChg chg="del mod">
          <ac:chgData name="SWAD 🔥 🔥 🔥" userId="17b6f2b55e7b6eeb" providerId="Windows Live" clId="Web-{053AA440-CB8A-4996-87E6-14D2ACD74480}" dt="2025-10-28T07:12:13.967" v="19"/>
          <ac:picMkLst>
            <pc:docMk/>
            <pc:sldMk cId="3764792910" sldId="266"/>
            <ac:picMk id="3" creationId="{0CB375A2-B3B7-50E9-E62A-79B2C176617E}"/>
          </ac:picMkLst>
        </pc:picChg>
        <pc:picChg chg="del mod">
          <ac:chgData name="SWAD 🔥 🔥 🔥" userId="17b6f2b55e7b6eeb" providerId="Windows Live" clId="Web-{053AA440-CB8A-4996-87E6-14D2ACD74480}" dt="2025-10-28T07:13:45.327" v="26"/>
          <ac:picMkLst>
            <pc:docMk/>
            <pc:sldMk cId="3764792910" sldId="266"/>
            <ac:picMk id="7" creationId="{1A13C5D5-CECE-BEB9-A60C-4CCF0EF6ADD2}"/>
          </ac:picMkLst>
        </pc:picChg>
        <pc:picChg chg="mod">
          <ac:chgData name="SWAD 🔥 🔥 🔥" userId="17b6f2b55e7b6eeb" providerId="Windows Live" clId="Web-{053AA440-CB8A-4996-87E6-14D2ACD74480}" dt="2025-10-28T07:15:12.922" v="45" actId="1076"/>
          <ac:picMkLst>
            <pc:docMk/>
            <pc:sldMk cId="3764792910" sldId="266"/>
            <ac:picMk id="8" creationId="{7C4F104A-3F68-893A-A14D-1C67F9B7E135}"/>
          </ac:picMkLst>
        </pc:picChg>
      </pc:sldChg>
    </pc:docChg>
  </pc:docChgLst>
  <pc:docChgLst>
    <pc:chgData name="SWAD 🔥 🔥 🔥" userId="17b6f2b55e7b6eeb" providerId="Windows Live" clId="Web-{2C1A3E2A-AF3F-4BB0-8EBB-3B93E62A70C9}"/>
    <pc:docChg chg="modSld">
      <pc:chgData name="SWAD 🔥 🔥 🔥" userId="17b6f2b55e7b6eeb" providerId="Windows Live" clId="Web-{2C1A3E2A-AF3F-4BB0-8EBB-3B93E62A70C9}" dt="2025-10-28T06:32:32.014" v="62" actId="20577"/>
      <pc:docMkLst>
        <pc:docMk/>
      </pc:docMkLst>
      <pc:sldChg chg="addSp delSp modSp mod setBg">
        <pc:chgData name="SWAD 🔥 🔥 🔥" userId="17b6f2b55e7b6eeb" providerId="Windows Live" clId="Web-{2C1A3E2A-AF3F-4BB0-8EBB-3B93E62A70C9}" dt="2025-10-28T06:32:32.014" v="62" actId="20577"/>
        <pc:sldMkLst>
          <pc:docMk/>
          <pc:sldMk cId="109857222" sldId="256"/>
        </pc:sldMkLst>
        <pc:spChg chg="add del">
          <ac:chgData name="SWAD 🔥 🔥 🔥" userId="17b6f2b55e7b6eeb" providerId="Windows Live" clId="Web-{2C1A3E2A-AF3F-4BB0-8EBB-3B93E62A70C9}" dt="2025-10-28T06:30:12.446" v="13"/>
          <ac:spMkLst>
            <pc:docMk/>
            <pc:sldMk cId="109857222" sldId="256"/>
            <ac:spMk id="2" creationId="{C07A6803-EA29-2FEF-E277-4D740263BABB}"/>
          </ac:spMkLst>
        </pc:spChg>
        <pc:spChg chg="add mod">
          <ac:chgData name="SWAD 🔥 🔥 🔥" userId="17b6f2b55e7b6eeb" providerId="Windows Live" clId="Web-{2C1A3E2A-AF3F-4BB0-8EBB-3B93E62A70C9}" dt="2025-10-28T06:32:11.842" v="51"/>
          <ac:spMkLst>
            <pc:docMk/>
            <pc:sldMk cId="109857222" sldId="256"/>
            <ac:spMk id="3" creationId="{AFC6EBBD-702D-1E57-99A5-8E75AAD93366}"/>
          </ac:spMkLst>
        </pc:spChg>
        <pc:spChg chg="add mod">
          <ac:chgData name="SWAD 🔥 🔥 🔥" userId="17b6f2b55e7b6eeb" providerId="Windows Live" clId="Web-{2C1A3E2A-AF3F-4BB0-8EBB-3B93E62A70C9}" dt="2025-10-28T06:32:32.014" v="62" actId="20577"/>
          <ac:spMkLst>
            <pc:docMk/>
            <pc:sldMk cId="109857222" sldId="256"/>
            <ac:spMk id="5" creationId="{44E3ED31-CA51-9BF5-94AE-0D0C7D47CBBC}"/>
          </ac:spMkLst>
        </pc:spChg>
        <pc:spChg chg="add">
          <ac:chgData name="SWAD 🔥 🔥 🔥" userId="17b6f2b55e7b6eeb" providerId="Windows Live" clId="Web-{2C1A3E2A-AF3F-4BB0-8EBB-3B93E62A70C9}" dt="2025-10-28T06:32:11.842" v="51"/>
          <ac:spMkLst>
            <pc:docMk/>
            <pc:sldMk cId="109857222" sldId="256"/>
            <ac:spMk id="9" creationId="{27427488-068E-4B55-AC8D-CD070B8CD46D}"/>
          </ac:spMkLst>
        </pc:spChg>
        <pc:spChg chg="add">
          <ac:chgData name="SWAD 🔥 🔥 🔥" userId="17b6f2b55e7b6eeb" providerId="Windows Live" clId="Web-{2C1A3E2A-AF3F-4BB0-8EBB-3B93E62A70C9}" dt="2025-10-28T06:32:11.842" v="51"/>
          <ac:spMkLst>
            <pc:docMk/>
            <pc:sldMk cId="109857222" sldId="256"/>
            <ac:spMk id="15" creationId="{7E13C525-8EE3-4288-848F-C9B2A174F22B}"/>
          </ac:spMkLst>
        </pc:spChg>
        <pc:spChg chg="add">
          <ac:chgData name="SWAD 🔥 🔥 🔥" userId="17b6f2b55e7b6eeb" providerId="Windows Live" clId="Web-{2C1A3E2A-AF3F-4BB0-8EBB-3B93E62A70C9}" dt="2025-10-28T06:32:11.842" v="51"/>
          <ac:spMkLst>
            <pc:docMk/>
            <pc:sldMk cId="109857222" sldId="256"/>
            <ac:spMk id="17" creationId="{A20AF199-99C2-4569-9CAF-24514AE5E82A}"/>
          </ac:spMkLst>
        </pc:spChg>
        <pc:grpChg chg="add">
          <ac:chgData name="SWAD 🔥 🔥 🔥" userId="17b6f2b55e7b6eeb" providerId="Windows Live" clId="Web-{2C1A3E2A-AF3F-4BB0-8EBB-3B93E62A70C9}" dt="2025-10-28T06:32:11.842" v="51"/>
          <ac:grpSpMkLst>
            <pc:docMk/>
            <pc:sldMk cId="109857222" sldId="256"/>
            <ac:grpSpMk id="11" creationId="{D77C2DC4-03FC-4BF3-9F66-E9A3066EE468}"/>
          </ac:grpSpMkLst>
        </pc:grpChg>
        <pc:picChg chg="mod ord">
          <ac:chgData name="SWAD 🔥 🔥 🔥" userId="17b6f2b55e7b6eeb" providerId="Windows Live" clId="Web-{2C1A3E2A-AF3F-4BB0-8EBB-3B93E62A70C9}" dt="2025-10-28T06:32:11.842" v="51"/>
          <ac:picMkLst>
            <pc:docMk/>
            <pc:sldMk cId="109857222" sldId="256"/>
            <ac:picMk id="4" creationId="{1F610AE7-4CCD-A594-86AF-E54202A8EC2B}"/>
          </ac:picMkLst>
        </pc:picChg>
      </pc:sldChg>
      <pc:sldChg chg="addSp delSp modSp mod setBg">
        <pc:chgData name="SWAD 🔥 🔥 🔥" userId="17b6f2b55e7b6eeb" providerId="Windows Live" clId="Web-{2C1A3E2A-AF3F-4BB0-8EBB-3B93E62A70C9}" dt="2025-10-28T06:29:36.555" v="11" actId="20577"/>
        <pc:sldMkLst>
          <pc:docMk/>
          <pc:sldMk cId="3839963263" sldId="264"/>
        </pc:sldMkLst>
        <pc:spChg chg="mod ord">
          <ac:chgData name="SWAD 🔥 🔥 🔥" userId="17b6f2b55e7b6eeb" providerId="Windows Live" clId="Web-{2C1A3E2A-AF3F-4BB0-8EBB-3B93E62A70C9}" dt="2025-10-28T06:29:36.555" v="11" actId="20577"/>
          <ac:spMkLst>
            <pc:docMk/>
            <pc:sldMk cId="3839963263" sldId="264"/>
            <ac:spMk id="2" creationId="{020EB18A-05D7-1CBE-7E71-0CC1AA5B30B2}"/>
          </ac:spMkLst>
        </pc:spChg>
        <pc:spChg chg="add">
          <ac:chgData name="SWAD 🔥 🔥 🔥" userId="17b6f2b55e7b6eeb" providerId="Windows Live" clId="Web-{2C1A3E2A-AF3F-4BB0-8EBB-3B93E62A70C9}" dt="2025-10-28T06:29:21.868" v="8"/>
          <ac:spMkLst>
            <pc:docMk/>
            <pc:sldMk cId="3839963263" sldId="264"/>
            <ac:spMk id="9" creationId="{3BA513B0-82FF-4F41-8178-885375D1CFB5}"/>
          </ac:spMkLst>
        </pc:spChg>
        <pc:grpChg chg="add">
          <ac:chgData name="SWAD 🔥 🔥 🔥" userId="17b6f2b55e7b6eeb" providerId="Windows Live" clId="Web-{2C1A3E2A-AF3F-4BB0-8EBB-3B93E62A70C9}" dt="2025-10-28T06:29:21.868" v="8"/>
          <ac:grpSpMkLst>
            <pc:docMk/>
            <pc:sldMk cId="3839963263" sldId="264"/>
            <ac:grpSpMk id="11" creationId="{93DB8501-F9F2-4ACD-B56A-9019CD5006D6}"/>
          </ac:grpSpMkLst>
        </pc:grpChg>
        <pc:picChg chg="add del mod">
          <ac:chgData name="SWAD 🔥 🔥 🔥" userId="17b6f2b55e7b6eeb" providerId="Windows Live" clId="Web-{2C1A3E2A-AF3F-4BB0-8EBB-3B93E62A70C9}" dt="2025-10-28T06:27:17.018" v="4"/>
          <ac:picMkLst>
            <pc:docMk/>
            <pc:sldMk cId="3839963263" sldId="264"/>
            <ac:picMk id="3" creationId="{2B5011B1-E6DB-8E92-9E84-02A006163F1C}"/>
          </ac:picMkLst>
        </pc:picChg>
        <pc:picChg chg="add mod">
          <ac:chgData name="SWAD 🔥 🔥 🔥" userId="17b6f2b55e7b6eeb" providerId="Windows Live" clId="Web-{2C1A3E2A-AF3F-4BB0-8EBB-3B93E62A70C9}" dt="2025-10-28T06:29:21.868" v="8"/>
          <ac:picMkLst>
            <pc:docMk/>
            <pc:sldMk cId="3839963263" sldId="264"/>
            <ac:picMk id="4" creationId="{FFC21048-9AA1-5B32-4A33-A9743F873343}"/>
          </ac:picMkLst>
        </pc:picChg>
      </pc:sldChg>
      <pc:sldChg chg="addSp modSp mod setBg">
        <pc:chgData name="SWAD 🔥 🔥 🔥" userId="17b6f2b55e7b6eeb" providerId="Windows Live" clId="Web-{2C1A3E2A-AF3F-4BB0-8EBB-3B93E62A70C9}" dt="2025-10-28T06:25:44.358" v="1"/>
        <pc:sldMkLst>
          <pc:docMk/>
          <pc:sldMk cId="3764792910" sldId="266"/>
        </pc:sldMkLst>
        <pc:spChg chg="mod">
          <ac:chgData name="SWAD 🔥 🔥 🔥" userId="17b6f2b55e7b6eeb" providerId="Windows Live" clId="Web-{2C1A3E2A-AF3F-4BB0-8EBB-3B93E62A70C9}" dt="2025-10-28T06:25:44.358" v="1"/>
          <ac:spMkLst>
            <pc:docMk/>
            <pc:sldMk cId="3764792910" sldId="266"/>
            <ac:spMk id="2" creationId="{CBD6E8CB-1E89-59AF-9FBE-1D502BC29C55}"/>
          </ac:spMkLst>
        </pc:spChg>
        <pc:spChg chg="add">
          <ac:chgData name="SWAD 🔥 🔥 🔥" userId="17b6f2b55e7b6eeb" providerId="Windows Live" clId="Web-{2C1A3E2A-AF3F-4BB0-8EBB-3B93E62A70C9}" dt="2025-10-28T06:25:44.358" v="1"/>
          <ac:spMkLst>
            <pc:docMk/>
            <pc:sldMk cId="3764792910" sldId="266"/>
            <ac:spMk id="9" creationId="{5A0118C5-4F8D-4CF4-BADD-53FEACC6C42A}"/>
          </ac:spMkLst>
        </pc:spChg>
        <pc:spChg chg="add">
          <ac:chgData name="SWAD 🔥 🔥 🔥" userId="17b6f2b55e7b6eeb" providerId="Windows Live" clId="Web-{2C1A3E2A-AF3F-4BB0-8EBB-3B93E62A70C9}" dt="2025-10-28T06:25:44.358" v="1"/>
          <ac:spMkLst>
            <pc:docMk/>
            <pc:sldMk cId="3764792910" sldId="266"/>
            <ac:spMk id="26" creationId="{C4C270DE-0BEB-4372-B440-7EADA6FAFA55}"/>
          </ac:spMkLst>
        </pc:spChg>
        <pc:spChg chg="add">
          <ac:chgData name="SWAD 🔥 🔥 🔥" userId="17b6f2b55e7b6eeb" providerId="Windows Live" clId="Web-{2C1A3E2A-AF3F-4BB0-8EBB-3B93E62A70C9}" dt="2025-10-28T06:25:44.358" v="1"/>
          <ac:spMkLst>
            <pc:docMk/>
            <pc:sldMk cId="3764792910" sldId="266"/>
            <ac:spMk id="28" creationId="{757ACA0C-8702-4043-8D4D-582EAEDF1CF8}"/>
          </ac:spMkLst>
        </pc:spChg>
        <pc:grpChg chg="add">
          <ac:chgData name="SWAD 🔥 🔥 🔥" userId="17b6f2b55e7b6eeb" providerId="Windows Live" clId="Web-{2C1A3E2A-AF3F-4BB0-8EBB-3B93E62A70C9}" dt="2025-10-28T06:25:44.358" v="1"/>
          <ac:grpSpMkLst>
            <pc:docMk/>
            <pc:sldMk cId="3764792910" sldId="266"/>
            <ac:grpSpMk id="11" creationId="{D92F9A1A-77F4-4E16-958B-64BB489FFEBC}"/>
          </ac:grpSpMkLst>
        </pc:grpChg>
        <pc:picChg chg="mod">
          <ac:chgData name="SWAD 🔥 🔥 🔥" userId="17b6f2b55e7b6eeb" providerId="Windows Live" clId="Web-{2C1A3E2A-AF3F-4BB0-8EBB-3B93E62A70C9}" dt="2025-10-28T06:25:44.358" v="1"/>
          <ac:picMkLst>
            <pc:docMk/>
            <pc:sldMk cId="3764792910" sldId="266"/>
            <ac:picMk id="3" creationId="{0CB375A2-B3B7-50E9-E62A-79B2C176617E}"/>
          </ac:picMkLst>
        </pc:picChg>
        <pc:picChg chg="mod">
          <ac:chgData name="SWAD 🔥 🔥 🔥" userId="17b6f2b55e7b6eeb" providerId="Windows Live" clId="Web-{2C1A3E2A-AF3F-4BB0-8EBB-3B93E62A70C9}" dt="2025-10-28T06:25:44.358" v="1"/>
          <ac:picMkLst>
            <pc:docMk/>
            <pc:sldMk cId="3764792910" sldId="266"/>
            <ac:picMk id="4" creationId="{4FF82A4A-F2B7-1B28-D589-DD38C57BA431}"/>
          </ac:picMkLst>
        </pc:picChg>
      </pc:sldChg>
    </pc:docChg>
  </pc:docChgLst>
  <pc:docChgLst>
    <pc:chgData name="SWAD 🔥 🔥 🔥" userId="17b6f2b55e7b6eeb" providerId="Windows Live" clId="Web-{CFD2460F-9DE4-47FC-B567-BF1BAF81CF61}"/>
    <pc:docChg chg="addSld delSld modSld">
      <pc:chgData name="SWAD 🔥 🔥 🔥" userId="17b6f2b55e7b6eeb" providerId="Windows Live" clId="Web-{CFD2460F-9DE4-47FC-B567-BF1BAF81CF61}" dt="2025-10-28T05:21:51.196" v="66" actId="1076"/>
      <pc:docMkLst>
        <pc:docMk/>
      </pc:docMkLst>
      <pc:sldChg chg="addSp delSp modSp">
        <pc:chgData name="SWAD 🔥 🔥 🔥" userId="17b6f2b55e7b6eeb" providerId="Windows Live" clId="Web-{CFD2460F-9DE4-47FC-B567-BF1BAF81CF61}" dt="2025-10-28T05:08:36.455" v="3" actId="1076"/>
        <pc:sldMkLst>
          <pc:docMk/>
          <pc:sldMk cId="109857222" sldId="256"/>
        </pc:sldMkLst>
        <pc:spChg chg="del">
          <ac:chgData name="SWAD 🔥 🔥 🔥" userId="17b6f2b55e7b6eeb" providerId="Windows Live" clId="Web-{CFD2460F-9DE4-47FC-B567-BF1BAF81CF61}" dt="2025-10-28T04:40:22.504" v="0"/>
          <ac:spMkLst>
            <pc:docMk/>
            <pc:sldMk cId="109857222" sldId="256"/>
            <ac:spMk id="2" creationId="{00000000-0000-0000-0000-000000000000}"/>
          </ac:spMkLst>
        </pc:spChg>
        <pc:spChg chg="del">
          <ac:chgData name="SWAD 🔥 🔥 🔥" userId="17b6f2b55e7b6eeb" providerId="Windows Live" clId="Web-{CFD2460F-9DE4-47FC-B567-BF1BAF81CF61}" dt="2025-10-28T04:40:32.051" v="1"/>
          <ac:spMkLst>
            <pc:docMk/>
            <pc:sldMk cId="109857222" sldId="256"/>
            <ac:spMk id="3" creationId="{00000000-0000-0000-0000-000000000000}"/>
          </ac:spMkLst>
        </pc:spChg>
        <pc:picChg chg="add mod">
          <ac:chgData name="SWAD 🔥 🔥 🔥" userId="17b6f2b55e7b6eeb" providerId="Windows Live" clId="Web-{CFD2460F-9DE4-47FC-B567-BF1BAF81CF61}" dt="2025-10-28T05:08:36.455" v="3" actId="1076"/>
          <ac:picMkLst>
            <pc:docMk/>
            <pc:sldMk cId="109857222" sldId="256"/>
            <ac:picMk id="4" creationId="{1F610AE7-4CCD-A594-86AF-E54202A8EC2B}"/>
          </ac:picMkLst>
        </pc:picChg>
      </pc:sldChg>
      <pc:sldChg chg="addSp delSp modSp new del mod setBg">
        <pc:chgData name="SWAD 🔥 🔥 🔥" userId="17b6f2b55e7b6eeb" providerId="Windows Live" clId="Web-{CFD2460F-9DE4-47FC-B567-BF1BAF81CF61}" dt="2025-10-28T05:13:38.912" v="26"/>
        <pc:sldMkLst>
          <pc:docMk/>
          <pc:sldMk cId="3358701727" sldId="257"/>
        </pc:sldMkLst>
        <pc:spChg chg="add del">
          <ac:chgData name="SWAD 🔥 🔥 🔥" userId="17b6f2b55e7b6eeb" providerId="Windows Live" clId="Web-{CFD2460F-9DE4-47FC-B567-BF1BAF81CF61}" dt="2025-10-28T05:12:01.818" v="16"/>
          <ac:spMkLst>
            <pc:docMk/>
            <pc:sldMk cId="3358701727" sldId="257"/>
            <ac:spMk id="8" creationId="{5F9CFCE6-877F-4858-B8BD-2C52CA8AFBC4}"/>
          </ac:spMkLst>
        </pc:spChg>
        <pc:spChg chg="add del">
          <ac:chgData name="SWAD 🔥 🔥 🔥" userId="17b6f2b55e7b6eeb" providerId="Windows Live" clId="Web-{CFD2460F-9DE4-47FC-B567-BF1BAF81CF61}" dt="2025-10-28T05:12:01.818" v="16"/>
          <ac:spMkLst>
            <pc:docMk/>
            <pc:sldMk cId="3358701727" sldId="257"/>
            <ac:spMk id="10" creationId="{8213F8A0-12AE-4514-8372-0DD766EC28EE}"/>
          </ac:spMkLst>
        </pc:spChg>
        <pc:spChg chg="add del">
          <ac:chgData name="SWAD 🔥 🔥 🔥" userId="17b6f2b55e7b6eeb" providerId="Windows Live" clId="Web-{CFD2460F-9DE4-47FC-B567-BF1BAF81CF61}" dt="2025-10-28T05:12:01.818" v="16"/>
          <ac:spMkLst>
            <pc:docMk/>
            <pc:sldMk cId="3358701727" sldId="257"/>
            <ac:spMk id="12" creationId="{9EFF17D4-9A8C-4CE5-B096-D8CCD4400437}"/>
          </ac:spMkLst>
        </pc:spChg>
        <pc:spChg chg="add del">
          <ac:chgData name="SWAD 🔥 🔥 🔥" userId="17b6f2b55e7b6eeb" providerId="Windows Live" clId="Web-{CFD2460F-9DE4-47FC-B567-BF1BAF81CF61}" dt="2025-10-28T05:12:06.771" v="18"/>
          <ac:spMkLst>
            <pc:docMk/>
            <pc:sldMk cId="3358701727" sldId="257"/>
            <ac:spMk id="14" creationId="{664E23E2-7440-4E36-A67B-0F88C5F7E185}"/>
          </ac:spMkLst>
        </pc:spChg>
        <pc:spChg chg="add del">
          <ac:chgData name="SWAD 🔥 🔥 🔥" userId="17b6f2b55e7b6eeb" providerId="Windows Live" clId="Web-{CFD2460F-9DE4-47FC-B567-BF1BAF81CF61}" dt="2025-10-28T05:12:06.771" v="18"/>
          <ac:spMkLst>
            <pc:docMk/>
            <pc:sldMk cId="3358701727" sldId="257"/>
            <ac:spMk id="15" creationId="{B06949AE-010D-4C18-8AED-7872085ADD57}"/>
          </ac:spMkLst>
        </pc:spChg>
        <pc:spChg chg="add del">
          <ac:chgData name="SWAD 🔥 🔥 🔥" userId="17b6f2b55e7b6eeb" providerId="Windows Live" clId="Web-{CFD2460F-9DE4-47FC-B567-BF1BAF81CF61}" dt="2025-10-28T05:12:06.771" v="18"/>
          <ac:spMkLst>
            <pc:docMk/>
            <pc:sldMk cId="3358701727" sldId="257"/>
            <ac:spMk id="16" creationId="{FE54AADB-50C7-4293-94C0-27361A32B8CF}"/>
          </ac:spMkLst>
        </pc:spChg>
        <pc:spChg chg="add">
          <ac:chgData name="SWAD 🔥 🔥 🔥" userId="17b6f2b55e7b6eeb" providerId="Windows Live" clId="Web-{CFD2460F-9DE4-47FC-B567-BF1BAF81CF61}" dt="2025-10-28T05:12:06.787" v="19"/>
          <ac:spMkLst>
            <pc:docMk/>
            <pc:sldMk cId="3358701727" sldId="257"/>
            <ac:spMk id="18" creationId="{A169D286-F4D7-4C8B-A6BD-D05384C7F1D8}"/>
          </ac:spMkLst>
        </pc:spChg>
        <pc:spChg chg="add">
          <ac:chgData name="SWAD 🔥 🔥 🔥" userId="17b6f2b55e7b6eeb" providerId="Windows Live" clId="Web-{CFD2460F-9DE4-47FC-B567-BF1BAF81CF61}" dt="2025-10-28T05:12:06.787" v="19"/>
          <ac:spMkLst>
            <pc:docMk/>
            <pc:sldMk cId="3358701727" sldId="257"/>
            <ac:spMk id="19" creationId="{39E8235E-135E-4261-8F54-2B316E493C42}"/>
          </ac:spMkLst>
        </pc:spChg>
        <pc:spChg chg="add">
          <ac:chgData name="SWAD 🔥 🔥 🔥" userId="17b6f2b55e7b6eeb" providerId="Windows Live" clId="Web-{CFD2460F-9DE4-47FC-B567-BF1BAF81CF61}" dt="2025-10-28T05:12:06.787" v="19"/>
          <ac:spMkLst>
            <pc:docMk/>
            <pc:sldMk cId="3358701727" sldId="257"/>
            <ac:spMk id="20" creationId="{D4ED8EC3-4D57-4620-93CE-4E6661F09A3E}"/>
          </ac:spMkLst>
        </pc:spChg>
        <pc:spChg chg="add">
          <ac:chgData name="SWAD 🔥 🔥 🔥" userId="17b6f2b55e7b6eeb" providerId="Windows Live" clId="Web-{CFD2460F-9DE4-47FC-B567-BF1BAF81CF61}" dt="2025-10-28T05:12:06.787" v="19"/>
          <ac:spMkLst>
            <pc:docMk/>
            <pc:sldMk cId="3358701727" sldId="257"/>
            <ac:spMk id="21" creationId="{83BCB34A-2F40-4F41-8488-A134C1C155B7}"/>
          </ac:spMkLst>
        </pc:spChg>
        <pc:spChg chg="add">
          <ac:chgData name="SWAD 🔥 🔥 🔥" userId="17b6f2b55e7b6eeb" providerId="Windows Live" clId="Web-{CFD2460F-9DE4-47FC-B567-BF1BAF81CF61}" dt="2025-10-28T05:12:06.787" v="19"/>
          <ac:spMkLst>
            <pc:docMk/>
            <pc:sldMk cId="3358701727" sldId="257"/>
            <ac:spMk id="22" creationId="{F78382DC-4207-465E-B379-1E16448AA222}"/>
          </ac:spMkLst>
        </pc:spChg>
        <pc:picChg chg="add del mod ord">
          <ac:chgData name="SWAD 🔥 🔥 🔥" userId="17b6f2b55e7b6eeb" providerId="Windows Live" clId="Web-{CFD2460F-9DE4-47FC-B567-BF1BAF81CF61}" dt="2025-10-28T05:13:18.069" v="24"/>
          <ac:picMkLst>
            <pc:docMk/>
            <pc:sldMk cId="3358701727" sldId="257"/>
            <ac:picMk id="2" creationId="{F0C4170D-D77B-A281-C975-C996E0C3BD52}"/>
          </ac:picMkLst>
        </pc:picChg>
        <pc:picChg chg="add del mod">
          <ac:chgData name="SWAD 🔥 🔥 🔥" userId="17b6f2b55e7b6eeb" providerId="Windows Live" clId="Web-{CFD2460F-9DE4-47FC-B567-BF1BAF81CF61}" dt="2025-10-28T05:12:32.068" v="22"/>
          <ac:picMkLst>
            <pc:docMk/>
            <pc:sldMk cId="3358701727" sldId="257"/>
            <ac:picMk id="3" creationId="{5669A166-BC8D-4FB4-E686-8357AD6E94B0}"/>
          </ac:picMkLst>
        </pc:picChg>
      </pc:sldChg>
      <pc:sldChg chg="addSp delSp modSp new mod setBg">
        <pc:chgData name="SWAD 🔥 🔥 🔥" userId="17b6f2b55e7b6eeb" providerId="Windows Live" clId="Web-{CFD2460F-9DE4-47FC-B567-BF1BAF81CF61}" dt="2025-10-28T05:19:27.086" v="61" actId="1076"/>
        <pc:sldMkLst>
          <pc:docMk/>
          <pc:sldMk cId="2306559273" sldId="258"/>
        </pc:sldMkLst>
        <pc:spChg chg="add mod">
          <ac:chgData name="SWAD 🔥 🔥 🔥" userId="17b6f2b55e7b6eeb" providerId="Windows Live" clId="Web-{CFD2460F-9DE4-47FC-B567-BF1BAF81CF61}" dt="2025-10-28T05:16:46.320" v="45" actId="20577"/>
          <ac:spMkLst>
            <pc:docMk/>
            <pc:sldMk cId="2306559273" sldId="258"/>
            <ac:spMk id="2" creationId="{8C64EB1A-F6AF-0B7B-D641-F48C56CB859F}"/>
          </ac:spMkLst>
        </pc:spChg>
        <pc:spChg chg="add mod">
          <ac:chgData name="SWAD 🔥 🔥 🔥" userId="17b6f2b55e7b6eeb" providerId="Windows Live" clId="Web-{CFD2460F-9DE4-47FC-B567-BF1BAF81CF61}" dt="2025-10-28T05:19:13.930" v="60" actId="20577"/>
          <ac:spMkLst>
            <pc:docMk/>
            <pc:sldMk cId="2306559273" sldId="258"/>
            <ac:spMk id="6" creationId="{3041F634-3132-7BEB-0AE6-7C518A5E54D5}"/>
          </ac:spMkLst>
        </pc:spChg>
        <pc:spChg chg="add">
          <ac:chgData name="SWAD 🔥 🔥 🔥" userId="17b6f2b55e7b6eeb" providerId="Windows Live" clId="Web-{CFD2460F-9DE4-47FC-B567-BF1BAF81CF61}" dt="2025-10-28T05:15:57.788" v="41"/>
          <ac:spMkLst>
            <pc:docMk/>
            <pc:sldMk cId="2306559273" sldId="258"/>
            <ac:spMk id="8" creationId="{0288C6B4-AFC3-407F-A595-EFFD38D4CCAF}"/>
          </ac:spMkLst>
        </pc:spChg>
        <pc:spChg chg="add">
          <ac:chgData name="SWAD 🔥 🔥 🔥" userId="17b6f2b55e7b6eeb" providerId="Windows Live" clId="Web-{CFD2460F-9DE4-47FC-B567-BF1BAF81CF61}" dt="2025-10-28T05:15:57.788" v="41"/>
          <ac:spMkLst>
            <pc:docMk/>
            <pc:sldMk cId="2306559273" sldId="258"/>
            <ac:spMk id="10" creationId="{CF236821-17FE-429B-8D2C-08E13A64EA40}"/>
          </ac:spMkLst>
        </pc:spChg>
        <pc:spChg chg="add">
          <ac:chgData name="SWAD 🔥 🔥 🔥" userId="17b6f2b55e7b6eeb" providerId="Windows Live" clId="Web-{CFD2460F-9DE4-47FC-B567-BF1BAF81CF61}" dt="2025-10-28T05:15:57.788" v="41"/>
          <ac:spMkLst>
            <pc:docMk/>
            <pc:sldMk cId="2306559273" sldId="258"/>
            <ac:spMk id="12" creationId="{C0BDBCD2-E081-43AB-9119-C55465E59757}"/>
          </ac:spMkLst>
        </pc:spChg>
        <pc:spChg chg="add">
          <ac:chgData name="SWAD 🔥 🔥 🔥" userId="17b6f2b55e7b6eeb" providerId="Windows Live" clId="Web-{CFD2460F-9DE4-47FC-B567-BF1BAF81CF61}" dt="2025-10-28T05:15:57.788" v="41"/>
          <ac:spMkLst>
            <pc:docMk/>
            <pc:sldMk cId="2306559273" sldId="258"/>
            <ac:spMk id="14" creationId="{98E79BE4-34FE-485A-98A5-92CE8F7C4743}"/>
          </ac:spMkLst>
        </pc:spChg>
        <pc:spChg chg="add">
          <ac:chgData name="SWAD 🔥 🔥 🔥" userId="17b6f2b55e7b6eeb" providerId="Windows Live" clId="Web-{CFD2460F-9DE4-47FC-B567-BF1BAF81CF61}" dt="2025-10-28T05:15:57.788" v="41"/>
          <ac:spMkLst>
            <pc:docMk/>
            <pc:sldMk cId="2306559273" sldId="258"/>
            <ac:spMk id="16" creationId="{7A5F0580-5EE9-419F-96EE-B6529EF6E7D0}"/>
          </ac:spMkLst>
        </pc:spChg>
        <pc:picChg chg="add mod">
          <ac:chgData name="SWAD 🔥 🔥 🔥" userId="17b6f2b55e7b6eeb" providerId="Windows Live" clId="Web-{CFD2460F-9DE4-47FC-B567-BF1BAF81CF61}" dt="2025-10-28T05:19:27.086" v="61" actId="1076"/>
          <ac:picMkLst>
            <pc:docMk/>
            <pc:sldMk cId="2306559273" sldId="258"/>
            <ac:picMk id="3" creationId="{F27D0F25-B507-92A0-B269-C539C9BBF092}"/>
          </ac:picMkLst>
        </pc:picChg>
        <pc:picChg chg="add del mod">
          <ac:chgData name="SWAD 🔥 🔥 🔥" userId="17b6f2b55e7b6eeb" providerId="Windows Live" clId="Web-{CFD2460F-9DE4-47FC-B567-BF1BAF81CF61}" dt="2025-10-28T05:17:23.054" v="48"/>
          <ac:picMkLst>
            <pc:docMk/>
            <pc:sldMk cId="2306559273" sldId="258"/>
            <ac:picMk id="5" creationId="{57B5D3A4-8551-0146-5C0E-E77672AF9B3D}"/>
          </ac:picMkLst>
        </pc:picChg>
      </pc:sldChg>
      <pc:sldChg chg="addSp modSp new">
        <pc:chgData name="SWAD 🔥 🔥 🔥" userId="17b6f2b55e7b6eeb" providerId="Windows Live" clId="Web-{CFD2460F-9DE4-47FC-B567-BF1BAF81CF61}" dt="2025-10-28T05:21:51.196" v="66" actId="1076"/>
        <pc:sldMkLst>
          <pc:docMk/>
          <pc:sldMk cId="988319252" sldId="259"/>
        </pc:sldMkLst>
        <pc:spChg chg="add mod">
          <ac:chgData name="SWAD 🔥 🔥 🔥" userId="17b6f2b55e7b6eeb" providerId="Windows Live" clId="Web-{CFD2460F-9DE4-47FC-B567-BF1BAF81CF61}" dt="2025-10-28T05:20:01.399" v="64" actId="20577"/>
          <ac:spMkLst>
            <pc:docMk/>
            <pc:sldMk cId="988319252" sldId="259"/>
            <ac:spMk id="2" creationId="{66614E2C-1FB3-D8AF-1D48-923D399A6D4E}"/>
          </ac:spMkLst>
        </pc:spChg>
        <pc:picChg chg="add mod">
          <ac:chgData name="SWAD 🔥 🔥 🔥" userId="17b6f2b55e7b6eeb" providerId="Windows Live" clId="Web-{CFD2460F-9DE4-47FC-B567-BF1BAF81CF61}" dt="2025-10-28T05:21:51.196" v="66" actId="1076"/>
          <ac:picMkLst>
            <pc:docMk/>
            <pc:sldMk cId="988319252" sldId="259"/>
            <ac:picMk id="3" creationId="{1E7980B6-2007-2D07-68A6-E0257CFF02E2}"/>
          </ac:picMkLst>
        </pc:picChg>
      </pc:sldChg>
    </pc:docChg>
  </pc:docChgLst>
  <pc:docChgLst>
    <pc:chgData name="SWAD 🔥 🔥 🔥" userId="17b6f2b55e7b6eeb" providerId="Windows Live" clId="Web-{A1E77744-453B-4A05-B968-C8ED61B3639D}"/>
    <pc:docChg chg="addSld modSld">
      <pc:chgData name="SWAD 🔥 🔥 🔥" userId="17b6f2b55e7b6eeb" providerId="Windows Live" clId="Web-{A1E77744-453B-4A05-B968-C8ED61B3639D}" dt="2025-10-28T06:17:35.285" v="102" actId="1076"/>
      <pc:docMkLst>
        <pc:docMk/>
      </pc:docMkLst>
      <pc:sldChg chg="addSp delSp modSp mod setBg">
        <pc:chgData name="SWAD 🔥 🔥 🔥" userId="17b6f2b55e7b6eeb" providerId="Windows Live" clId="Web-{A1E77744-453B-4A05-B968-C8ED61B3639D}" dt="2025-10-28T05:34:10.065" v="20"/>
        <pc:sldMkLst>
          <pc:docMk/>
          <pc:sldMk cId="798466385" sldId="261"/>
        </pc:sldMkLst>
        <pc:spChg chg="mod">
          <ac:chgData name="SWAD 🔥 🔥 🔥" userId="17b6f2b55e7b6eeb" providerId="Windows Live" clId="Web-{A1E77744-453B-4A05-B968-C8ED61B3639D}" dt="2025-10-28T05:34:10.065" v="19"/>
          <ac:spMkLst>
            <pc:docMk/>
            <pc:sldMk cId="798466385" sldId="261"/>
            <ac:spMk id="2" creationId="{D193D673-C94D-8A9F-99A4-D2F19AF591F6}"/>
          </ac:spMkLst>
        </pc:spChg>
        <pc:spChg chg="add ord">
          <ac:chgData name="SWAD 🔥 🔥 🔥" userId="17b6f2b55e7b6eeb" providerId="Windows Live" clId="Web-{A1E77744-453B-4A05-B968-C8ED61B3639D}" dt="2025-10-28T05:31:35.141" v="8"/>
          <ac:spMkLst>
            <pc:docMk/>
            <pc:sldMk cId="798466385" sldId="261"/>
            <ac:spMk id="3" creationId="{8F368355-F3ED-8895-F620-35F59DAE6EB3}"/>
          </ac:spMkLst>
        </pc:spChg>
        <pc:spChg chg="add mod ord">
          <ac:chgData name="SWAD 🔥 🔥 🔥" userId="17b6f2b55e7b6eeb" providerId="Windows Live" clId="Web-{A1E77744-453B-4A05-B968-C8ED61B3639D}" dt="2025-10-28T05:34:10.065" v="19"/>
          <ac:spMkLst>
            <pc:docMk/>
            <pc:sldMk cId="798466385" sldId="261"/>
            <ac:spMk id="4" creationId="{2168984F-232E-9E1A-6951-2D37E1BC8D5A}"/>
          </ac:spMkLst>
        </pc:spChg>
        <pc:spChg chg="add del">
          <ac:chgData name="SWAD 🔥 🔥 🔥" userId="17b6f2b55e7b6eeb" providerId="Windows Live" clId="Web-{A1E77744-453B-4A05-B968-C8ED61B3639D}" dt="2025-10-28T05:32:43.048" v="13"/>
          <ac:spMkLst>
            <pc:docMk/>
            <pc:sldMk cId="798466385" sldId="261"/>
            <ac:spMk id="10" creationId="{058A14AF-9FB5-4CC7-BA35-E8E85D3EDF0E}"/>
          </ac:spMkLst>
        </pc:spChg>
        <pc:spChg chg="add del">
          <ac:chgData name="SWAD 🔥 🔥 🔥" userId="17b6f2b55e7b6eeb" providerId="Windows Live" clId="Web-{A1E77744-453B-4A05-B968-C8ED61B3639D}" dt="2025-10-28T05:32:43.048" v="13"/>
          <ac:spMkLst>
            <pc:docMk/>
            <pc:sldMk cId="798466385" sldId="261"/>
            <ac:spMk id="12" creationId="{3A9A4357-BD1D-4622-A4FE-766E6AB8DE84}"/>
          </ac:spMkLst>
        </pc:spChg>
        <pc:spChg chg="add del">
          <ac:chgData name="SWAD 🔥 🔥 🔥" userId="17b6f2b55e7b6eeb" providerId="Windows Live" clId="Web-{A1E77744-453B-4A05-B968-C8ED61B3639D}" dt="2025-10-28T05:32:43.048" v="13"/>
          <ac:spMkLst>
            <pc:docMk/>
            <pc:sldMk cId="798466385" sldId="261"/>
            <ac:spMk id="14" creationId="{E659831F-0D9A-4C63-9EBB-8435B85A440F}"/>
          </ac:spMkLst>
        </pc:spChg>
        <pc:spChg chg="add del">
          <ac:chgData name="SWAD 🔥 🔥 🔥" userId="17b6f2b55e7b6eeb" providerId="Windows Live" clId="Web-{A1E77744-453B-4A05-B968-C8ED61B3639D}" dt="2025-10-28T05:32:43.048" v="13"/>
          <ac:spMkLst>
            <pc:docMk/>
            <pc:sldMk cId="798466385" sldId="261"/>
            <ac:spMk id="16" creationId="{E6995CE5-F890-4ABA-82A2-26507CE8D2A3}"/>
          </ac:spMkLst>
        </pc:spChg>
        <pc:spChg chg="add del">
          <ac:chgData name="SWAD 🔥 🔥 🔥" userId="17b6f2b55e7b6eeb" providerId="Windows Live" clId="Web-{A1E77744-453B-4A05-B968-C8ED61B3639D}" dt="2025-10-28T05:34:10.065" v="20"/>
          <ac:spMkLst>
            <pc:docMk/>
            <pc:sldMk cId="798466385" sldId="261"/>
            <ac:spMk id="21" creationId="{B1595A09-E336-4D1B-9B3A-06A2287A54E2}"/>
          </ac:spMkLst>
        </pc:spChg>
        <pc:spChg chg="add del">
          <ac:chgData name="SWAD 🔥 🔥 🔥" userId="17b6f2b55e7b6eeb" providerId="Windows Live" clId="Web-{A1E77744-453B-4A05-B968-C8ED61B3639D}" dt="2025-10-28T05:34:10.065" v="20"/>
          <ac:spMkLst>
            <pc:docMk/>
            <pc:sldMk cId="798466385" sldId="261"/>
            <ac:spMk id="23" creationId="{3540989C-C7B8-473B-BF87-6F2DA6A90006}"/>
          </ac:spMkLst>
        </pc:spChg>
        <pc:spChg chg="add del">
          <ac:chgData name="SWAD 🔥 🔥 🔥" userId="17b6f2b55e7b6eeb" providerId="Windows Live" clId="Web-{A1E77744-453B-4A05-B968-C8ED61B3639D}" dt="2025-10-28T05:34:10.065" v="19"/>
          <ac:spMkLst>
            <pc:docMk/>
            <pc:sldMk cId="798466385" sldId="261"/>
            <ac:spMk id="28" creationId="{1ECAB1E8-8195-4748-BE71-FF806D86892E}"/>
          </ac:spMkLst>
        </pc:spChg>
        <pc:spChg chg="add del">
          <ac:chgData name="SWAD 🔥 🔥 🔥" userId="17b6f2b55e7b6eeb" providerId="Windows Live" clId="Web-{A1E77744-453B-4A05-B968-C8ED61B3639D}" dt="2025-10-28T05:34:10.065" v="19"/>
          <ac:spMkLst>
            <pc:docMk/>
            <pc:sldMk cId="798466385" sldId="261"/>
            <ac:spMk id="30" creationId="{57F6BDD4-E066-4008-8011-6CC31AEB4556}"/>
          </ac:spMkLst>
        </pc:spChg>
        <pc:spChg chg="add del">
          <ac:chgData name="SWAD 🔥 🔥 🔥" userId="17b6f2b55e7b6eeb" providerId="Windows Live" clId="Web-{A1E77744-453B-4A05-B968-C8ED61B3639D}" dt="2025-10-28T05:34:10.065" v="19"/>
          <ac:spMkLst>
            <pc:docMk/>
            <pc:sldMk cId="798466385" sldId="261"/>
            <ac:spMk id="32" creationId="{2711A8FB-68FC-45FC-B01E-38F809E2D439}"/>
          </ac:spMkLst>
        </pc:spChg>
        <pc:spChg chg="add del">
          <ac:chgData name="SWAD 🔥 🔥 🔥" userId="17b6f2b55e7b6eeb" providerId="Windows Live" clId="Web-{A1E77744-453B-4A05-B968-C8ED61B3639D}" dt="2025-10-28T05:34:10.065" v="19"/>
          <ac:spMkLst>
            <pc:docMk/>
            <pc:sldMk cId="798466385" sldId="261"/>
            <ac:spMk id="34" creationId="{2A865FE3-5FC9-4049-87CF-30019C46C0F5}"/>
          </ac:spMkLst>
        </pc:spChg>
        <pc:spChg chg="add">
          <ac:chgData name="SWAD 🔥 🔥 🔥" userId="17b6f2b55e7b6eeb" providerId="Windows Live" clId="Web-{A1E77744-453B-4A05-B968-C8ED61B3639D}" dt="2025-10-28T05:34:10.065" v="20"/>
          <ac:spMkLst>
            <pc:docMk/>
            <pc:sldMk cId="798466385" sldId="261"/>
            <ac:spMk id="36" creationId="{B1595A09-E336-4D1B-9B3A-06A2287A54E2}"/>
          </ac:spMkLst>
        </pc:spChg>
        <pc:spChg chg="add">
          <ac:chgData name="SWAD 🔥 🔥 🔥" userId="17b6f2b55e7b6eeb" providerId="Windows Live" clId="Web-{A1E77744-453B-4A05-B968-C8ED61B3639D}" dt="2025-10-28T05:34:10.065" v="20"/>
          <ac:spMkLst>
            <pc:docMk/>
            <pc:sldMk cId="798466385" sldId="261"/>
            <ac:spMk id="37" creationId="{3540989C-C7B8-473B-BF87-6F2DA6A90006}"/>
          </ac:spMkLst>
        </pc:spChg>
        <pc:picChg chg="add mod ord">
          <ac:chgData name="SWAD 🔥 🔥 🔥" userId="17b6f2b55e7b6eeb" providerId="Windows Live" clId="Web-{A1E77744-453B-4A05-B968-C8ED61B3639D}" dt="2025-10-28T05:34:10.065" v="19"/>
          <ac:picMkLst>
            <pc:docMk/>
            <pc:sldMk cId="798466385" sldId="261"/>
            <ac:picMk id="5" creationId="{E2D4A1B9-E288-4C92-090B-8EEA4466358B}"/>
          </ac:picMkLst>
        </pc:picChg>
      </pc:sldChg>
      <pc:sldChg chg="addSp modSp new mod setBg">
        <pc:chgData name="SWAD 🔥 🔥 🔥" userId="17b6f2b55e7b6eeb" providerId="Windows Live" clId="Web-{A1E77744-453B-4A05-B968-C8ED61B3639D}" dt="2025-10-28T05:38:24.038" v="33" actId="20577"/>
        <pc:sldMkLst>
          <pc:docMk/>
          <pc:sldMk cId="3309525556" sldId="262"/>
        </pc:sldMkLst>
        <pc:spChg chg="add">
          <ac:chgData name="SWAD 🔥 🔥 🔥" userId="17b6f2b55e7b6eeb" providerId="Windows Live" clId="Web-{A1E77744-453B-4A05-B968-C8ED61B3639D}" dt="2025-10-28T05:34:57.143" v="22"/>
          <ac:spMkLst>
            <pc:docMk/>
            <pc:sldMk cId="3309525556" sldId="262"/>
            <ac:spMk id="2" creationId="{C9771E92-408A-0FAA-1E62-33D2D858D5C9}"/>
          </ac:spMkLst>
        </pc:spChg>
        <pc:spChg chg="add mod">
          <ac:chgData name="SWAD 🔥 🔥 🔥" userId="17b6f2b55e7b6eeb" providerId="Windows Live" clId="Web-{A1E77744-453B-4A05-B968-C8ED61B3639D}" dt="2025-10-28T05:37:57.756" v="32"/>
          <ac:spMkLst>
            <pc:docMk/>
            <pc:sldMk cId="3309525556" sldId="262"/>
            <ac:spMk id="3" creationId="{D04B3E5B-0A62-096B-D493-8C6039D5CE6F}"/>
          </ac:spMkLst>
        </pc:spChg>
        <pc:spChg chg="add mod">
          <ac:chgData name="SWAD 🔥 🔥 🔥" userId="17b6f2b55e7b6eeb" providerId="Windows Live" clId="Web-{A1E77744-453B-4A05-B968-C8ED61B3639D}" dt="2025-10-28T05:38:24.038" v="33" actId="20577"/>
          <ac:spMkLst>
            <pc:docMk/>
            <pc:sldMk cId="3309525556" sldId="262"/>
            <ac:spMk id="4" creationId="{519ED74B-ADCB-6FD6-1D13-149D3D1CC868}"/>
          </ac:spMkLst>
        </pc:spChg>
        <pc:spChg chg="add">
          <ac:chgData name="SWAD 🔥 🔥 🔥" userId="17b6f2b55e7b6eeb" providerId="Windows Live" clId="Web-{A1E77744-453B-4A05-B968-C8ED61B3639D}" dt="2025-10-28T05:37:57.756" v="32"/>
          <ac:spMkLst>
            <pc:docMk/>
            <pc:sldMk cId="3309525556" sldId="262"/>
            <ac:spMk id="10" creationId="{04812C46-200A-4DEB-A05E-3ED6C68C2387}"/>
          </ac:spMkLst>
        </pc:spChg>
        <pc:spChg chg="add">
          <ac:chgData name="SWAD 🔥 🔥 🔥" userId="17b6f2b55e7b6eeb" providerId="Windows Live" clId="Web-{A1E77744-453B-4A05-B968-C8ED61B3639D}" dt="2025-10-28T05:37:57.756" v="32"/>
          <ac:spMkLst>
            <pc:docMk/>
            <pc:sldMk cId="3309525556" sldId="262"/>
            <ac:spMk id="12" creationId="{D1EA859B-E555-4109-94F3-6700E046E008}"/>
          </ac:spMkLst>
        </pc:spChg>
        <pc:picChg chg="add mod ord">
          <ac:chgData name="SWAD 🔥 🔥 🔥" userId="17b6f2b55e7b6eeb" providerId="Windows Live" clId="Web-{A1E77744-453B-4A05-B968-C8ED61B3639D}" dt="2025-10-28T05:37:57.756" v="32"/>
          <ac:picMkLst>
            <pc:docMk/>
            <pc:sldMk cId="3309525556" sldId="262"/>
            <ac:picMk id="5" creationId="{5901D81C-E774-A898-6726-3B7B3EBA4407}"/>
          </ac:picMkLst>
        </pc:picChg>
      </pc:sldChg>
      <pc:sldChg chg="addSp delSp modSp new mod setBg">
        <pc:chgData name="SWAD 🔥 🔥 🔥" userId="17b6f2b55e7b6eeb" providerId="Windows Live" clId="Web-{A1E77744-453B-4A05-B968-C8ED61B3639D}" dt="2025-10-28T05:40:54.821" v="47"/>
        <pc:sldMkLst>
          <pc:docMk/>
          <pc:sldMk cId="1269401490" sldId="263"/>
        </pc:sldMkLst>
        <pc:spChg chg="add mod">
          <ac:chgData name="SWAD 🔥 🔥 🔥" userId="17b6f2b55e7b6eeb" providerId="Windows Live" clId="Web-{A1E77744-453B-4A05-B968-C8ED61B3639D}" dt="2025-10-28T05:40:54.821" v="47"/>
          <ac:spMkLst>
            <pc:docMk/>
            <pc:sldMk cId="1269401490" sldId="263"/>
            <ac:spMk id="2" creationId="{C7FFBAF4-6339-08E8-B79F-10BCCD1F140D}"/>
          </ac:spMkLst>
        </pc:spChg>
        <pc:spChg chg="add mod ord">
          <ac:chgData name="SWAD 🔥 🔥 🔥" userId="17b6f2b55e7b6eeb" providerId="Windows Live" clId="Web-{A1E77744-453B-4A05-B968-C8ED61B3639D}" dt="2025-10-28T05:40:54.821" v="47"/>
          <ac:spMkLst>
            <pc:docMk/>
            <pc:sldMk cId="1269401490" sldId="263"/>
            <ac:spMk id="3" creationId="{23E1214E-7173-77DE-1B8A-75F7CC8837DD}"/>
          </ac:spMkLst>
        </pc:spChg>
        <pc:spChg chg="add del">
          <ac:chgData name="SWAD 🔥 🔥 🔥" userId="17b6f2b55e7b6eeb" providerId="Windows Live" clId="Web-{A1E77744-453B-4A05-B968-C8ED61B3639D}" dt="2025-10-28T05:40:54.821" v="46"/>
          <ac:spMkLst>
            <pc:docMk/>
            <pc:sldMk cId="1269401490" sldId="263"/>
            <ac:spMk id="9" creationId="{04812C46-200A-4DEB-A05E-3ED6C68C2387}"/>
          </ac:spMkLst>
        </pc:spChg>
        <pc:spChg chg="add del">
          <ac:chgData name="SWAD 🔥 🔥 🔥" userId="17b6f2b55e7b6eeb" providerId="Windows Live" clId="Web-{A1E77744-453B-4A05-B968-C8ED61B3639D}" dt="2025-10-28T05:40:54.821" v="46"/>
          <ac:spMkLst>
            <pc:docMk/>
            <pc:sldMk cId="1269401490" sldId="263"/>
            <ac:spMk id="11" creationId="{D1EA859B-E555-4109-94F3-6700E046E008}"/>
          </ac:spMkLst>
        </pc:spChg>
        <pc:spChg chg="add">
          <ac:chgData name="SWAD 🔥 🔥 🔥" userId="17b6f2b55e7b6eeb" providerId="Windows Live" clId="Web-{A1E77744-453B-4A05-B968-C8ED61B3639D}" dt="2025-10-28T05:40:54.821" v="47"/>
          <ac:spMkLst>
            <pc:docMk/>
            <pc:sldMk cId="1269401490" sldId="263"/>
            <ac:spMk id="13" creationId="{B1595A09-E336-4D1B-9B3A-06A2287A54E2}"/>
          </ac:spMkLst>
        </pc:spChg>
        <pc:spChg chg="add">
          <ac:chgData name="SWAD 🔥 🔥 🔥" userId="17b6f2b55e7b6eeb" providerId="Windows Live" clId="Web-{A1E77744-453B-4A05-B968-C8ED61B3639D}" dt="2025-10-28T05:40:54.821" v="47"/>
          <ac:spMkLst>
            <pc:docMk/>
            <pc:sldMk cId="1269401490" sldId="263"/>
            <ac:spMk id="14" creationId="{3540989C-C7B8-473B-BF87-6F2DA6A90006}"/>
          </ac:spMkLst>
        </pc:spChg>
        <pc:picChg chg="add mod ord">
          <ac:chgData name="SWAD 🔥 🔥 🔥" userId="17b6f2b55e7b6eeb" providerId="Windows Live" clId="Web-{A1E77744-453B-4A05-B968-C8ED61B3639D}" dt="2025-10-28T05:40:54.821" v="47"/>
          <ac:picMkLst>
            <pc:docMk/>
            <pc:sldMk cId="1269401490" sldId="263"/>
            <ac:picMk id="4" creationId="{2DC9E9E2-FDBD-0592-766B-33142FA7E4A4}"/>
          </ac:picMkLst>
        </pc:picChg>
      </pc:sldChg>
      <pc:sldChg chg="addSp modSp new">
        <pc:chgData name="SWAD 🔥 🔥 🔥" userId="17b6f2b55e7b6eeb" providerId="Windows Live" clId="Web-{A1E77744-453B-4A05-B968-C8ED61B3639D}" dt="2025-10-28T05:56:44.012" v="57" actId="20577"/>
        <pc:sldMkLst>
          <pc:docMk/>
          <pc:sldMk cId="3839963263" sldId="264"/>
        </pc:sldMkLst>
        <pc:spChg chg="add mod">
          <ac:chgData name="SWAD 🔥 🔥 🔥" userId="17b6f2b55e7b6eeb" providerId="Windows Live" clId="Web-{A1E77744-453B-4A05-B968-C8ED61B3639D}" dt="2025-10-28T05:56:44.012" v="57" actId="20577"/>
          <ac:spMkLst>
            <pc:docMk/>
            <pc:sldMk cId="3839963263" sldId="264"/>
            <ac:spMk id="2" creationId="{020EB18A-05D7-1CBE-7E71-0CC1AA5B30B2}"/>
          </ac:spMkLst>
        </pc:spChg>
      </pc:sldChg>
      <pc:sldChg chg="addSp delSp modSp new mod setBg">
        <pc:chgData name="SWAD 🔥 🔥 🔥" userId="17b6f2b55e7b6eeb" providerId="Windows Live" clId="Web-{A1E77744-453B-4A05-B968-C8ED61B3639D}" dt="2025-10-28T06:09:50.764" v="90" actId="20577"/>
        <pc:sldMkLst>
          <pc:docMk/>
          <pc:sldMk cId="4218323608" sldId="265"/>
        </pc:sldMkLst>
        <pc:spChg chg="add del mod">
          <ac:chgData name="SWAD 🔥 🔥 🔥" userId="17b6f2b55e7b6eeb" providerId="Windows Live" clId="Web-{A1E77744-453B-4A05-B968-C8ED61B3639D}" dt="2025-10-28T05:58:13.576" v="64"/>
          <ac:spMkLst>
            <pc:docMk/>
            <pc:sldMk cId="4218323608" sldId="265"/>
            <ac:spMk id="2" creationId="{EE3D70E6-13DD-4AE2-576D-3744B94A69BC}"/>
          </ac:spMkLst>
        </pc:spChg>
        <pc:spChg chg="add mod">
          <ac:chgData name="SWAD 🔥 🔥 🔥" userId="17b6f2b55e7b6eeb" providerId="Windows Live" clId="Web-{A1E77744-453B-4A05-B968-C8ED61B3639D}" dt="2025-10-28T06:09:35.482" v="89" actId="20577"/>
          <ac:spMkLst>
            <pc:docMk/>
            <pc:sldMk cId="4218323608" sldId="265"/>
            <ac:spMk id="3" creationId="{DD887865-3C29-B84D-70D8-FCF86B0693D5}"/>
          </ac:spMkLst>
        </pc:spChg>
        <pc:spChg chg="add mod">
          <ac:chgData name="SWAD 🔥 🔥 🔥" userId="17b6f2b55e7b6eeb" providerId="Windows Live" clId="Web-{A1E77744-453B-4A05-B968-C8ED61B3639D}" dt="2025-10-28T06:09:50.764" v="90" actId="20577"/>
          <ac:spMkLst>
            <pc:docMk/>
            <pc:sldMk cId="4218323608" sldId="265"/>
            <ac:spMk id="4" creationId="{35CF9830-4CFA-1D92-F319-94CB6FB3AB34}"/>
          </ac:spMkLst>
        </pc:spChg>
        <pc:picChg chg="add del mod">
          <ac:chgData name="SWAD 🔥 🔥 🔥" userId="17b6f2b55e7b6eeb" providerId="Windows Live" clId="Web-{A1E77744-453B-4A05-B968-C8ED61B3639D}" dt="2025-10-28T06:05:28.022" v="76"/>
          <ac:picMkLst>
            <pc:docMk/>
            <pc:sldMk cId="4218323608" sldId="265"/>
            <ac:picMk id="5" creationId="{FAE8DB60-737D-C560-F482-699AE726C25B}"/>
          </ac:picMkLst>
        </pc:picChg>
        <pc:picChg chg="add del mod">
          <ac:chgData name="SWAD 🔥 🔥 🔥" userId="17b6f2b55e7b6eeb" providerId="Windows Live" clId="Web-{A1E77744-453B-4A05-B968-C8ED61B3639D}" dt="2025-10-28T06:07:06.869" v="80"/>
          <ac:picMkLst>
            <pc:docMk/>
            <pc:sldMk cId="4218323608" sldId="265"/>
            <ac:picMk id="6" creationId="{DB969B31-8B2B-78FC-6254-C15DA58CFF9B}"/>
          </ac:picMkLst>
        </pc:picChg>
      </pc:sldChg>
      <pc:sldChg chg="addSp modSp new">
        <pc:chgData name="SWAD 🔥 🔥 🔥" userId="17b6f2b55e7b6eeb" providerId="Windows Live" clId="Web-{A1E77744-453B-4A05-B968-C8ED61B3639D}" dt="2025-10-28T06:17:35.285" v="102" actId="1076"/>
        <pc:sldMkLst>
          <pc:docMk/>
          <pc:sldMk cId="3764792910" sldId="266"/>
        </pc:sldMkLst>
        <pc:spChg chg="add mod">
          <ac:chgData name="SWAD 🔥 🔥 🔥" userId="17b6f2b55e7b6eeb" providerId="Windows Live" clId="Web-{A1E77744-453B-4A05-B968-C8ED61B3639D}" dt="2025-10-28T06:13:32.314" v="95" actId="20577"/>
          <ac:spMkLst>
            <pc:docMk/>
            <pc:sldMk cId="3764792910" sldId="266"/>
            <ac:spMk id="2" creationId="{CBD6E8CB-1E89-59AF-9FBE-1D502BC29C55}"/>
          </ac:spMkLst>
        </pc:spChg>
        <pc:picChg chg="add mod">
          <ac:chgData name="SWAD 🔥 🔥 🔥" userId="17b6f2b55e7b6eeb" providerId="Windows Live" clId="Web-{A1E77744-453B-4A05-B968-C8ED61B3639D}" dt="2025-10-28T06:16:11.409" v="97" actId="1076"/>
          <ac:picMkLst>
            <pc:docMk/>
            <pc:sldMk cId="3764792910" sldId="266"/>
            <ac:picMk id="3" creationId="{0CB375A2-B3B7-50E9-E62A-79B2C176617E}"/>
          </ac:picMkLst>
        </pc:picChg>
        <pc:picChg chg="add mod">
          <ac:chgData name="SWAD 🔥 🔥 🔥" userId="17b6f2b55e7b6eeb" providerId="Windows Live" clId="Web-{A1E77744-453B-4A05-B968-C8ED61B3639D}" dt="2025-10-28T06:17:35.285" v="102" actId="1076"/>
          <ac:picMkLst>
            <pc:docMk/>
            <pc:sldMk cId="3764792910" sldId="266"/>
            <ac:picMk id="4" creationId="{4FF82A4A-F2B7-1B28-D589-DD38C57BA431}"/>
          </ac:picMkLst>
        </pc:picChg>
      </pc:sldChg>
    </pc:docChg>
  </pc:docChgLst>
  <pc:docChgLst>
    <pc:chgData name="SWAD 🔥 🔥 🔥" userId="17b6f2b55e7b6eeb" providerId="Windows Live" clId="Web-{2ADA624A-8DB4-4082-8340-A39BAD69C405}"/>
    <pc:docChg chg="modSld">
      <pc:chgData name="SWAD 🔥 🔥 🔥" userId="17b6f2b55e7b6eeb" providerId="Windows Live" clId="Web-{2ADA624A-8DB4-4082-8340-A39BAD69C405}" dt="2025-10-28T06:35:04.234" v="11" actId="20577"/>
      <pc:docMkLst>
        <pc:docMk/>
      </pc:docMkLst>
      <pc:sldChg chg="modSp">
        <pc:chgData name="SWAD 🔥 🔥 🔥" userId="17b6f2b55e7b6eeb" providerId="Windows Live" clId="Web-{2ADA624A-8DB4-4082-8340-A39BAD69C405}" dt="2025-10-28T06:35:04.234" v="11" actId="20577"/>
        <pc:sldMkLst>
          <pc:docMk/>
          <pc:sldMk cId="109857222" sldId="256"/>
        </pc:sldMkLst>
        <pc:spChg chg="mod">
          <ac:chgData name="SWAD 🔥 🔥 🔥" userId="17b6f2b55e7b6eeb" providerId="Windows Live" clId="Web-{2ADA624A-8DB4-4082-8340-A39BAD69C405}" dt="2025-10-28T06:35:04.234" v="11" actId="20577"/>
          <ac:spMkLst>
            <pc:docMk/>
            <pc:sldMk cId="109857222" sldId="256"/>
            <ac:spMk id="3" creationId="{AFC6EBBD-702D-1E57-99A5-8E75AAD93366}"/>
          </ac:spMkLst>
        </pc:spChg>
        <pc:spChg chg="mod">
          <ac:chgData name="SWAD 🔥 🔥 🔥" userId="17b6f2b55e7b6eeb" providerId="Windows Live" clId="Web-{2ADA624A-8DB4-4082-8340-A39BAD69C405}" dt="2025-10-28T06:34:47.810" v="10" actId="20577"/>
          <ac:spMkLst>
            <pc:docMk/>
            <pc:sldMk cId="109857222" sldId="256"/>
            <ac:spMk id="5" creationId="{44E3ED31-CA51-9BF5-94AE-0D0C7D47CBB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BABFD6-2B45-4A09-81FC-E3AF645E5230}"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lang="en-US"/>
        </a:p>
      </dgm:t>
    </dgm:pt>
    <dgm:pt modelId="{AA6DFC97-EDC4-4D4F-8CD3-4BE6E08A6B1B}">
      <dgm:prSet/>
      <dgm:spPr/>
      <dgm:t>
        <a:bodyPr/>
        <a:lstStyle/>
        <a:p>
          <a:r>
            <a:rPr lang="en-US" b="1"/>
            <a:t>Introduction</a:t>
          </a:r>
          <a:endParaRPr lang="en-US"/>
        </a:p>
      </dgm:t>
    </dgm:pt>
    <dgm:pt modelId="{0921C024-948E-463C-AFF0-0C62D15884B1}" type="parTrans" cxnId="{3F3696C7-1384-45B0-8FD0-47B1F8F07EDE}">
      <dgm:prSet/>
      <dgm:spPr/>
      <dgm:t>
        <a:bodyPr/>
        <a:lstStyle/>
        <a:p>
          <a:endParaRPr lang="en-US"/>
        </a:p>
      </dgm:t>
    </dgm:pt>
    <dgm:pt modelId="{D1C8D020-E6D3-4E97-9CA1-90CE3A5151C1}" type="sibTrans" cxnId="{3F3696C7-1384-45B0-8FD0-47B1F8F07EDE}">
      <dgm:prSet/>
      <dgm:spPr/>
      <dgm:t>
        <a:bodyPr/>
        <a:lstStyle/>
        <a:p>
          <a:endParaRPr lang="en-US"/>
        </a:p>
      </dgm:t>
    </dgm:pt>
    <dgm:pt modelId="{19F9EC99-5350-4D46-B3A6-66E6910BDCA6}">
      <dgm:prSet/>
      <dgm:spPr/>
      <dgm:t>
        <a:bodyPr/>
        <a:lstStyle/>
        <a:p>
          <a:r>
            <a:rPr lang="en-US"/>
            <a:t>The Student Management Application is a digital platform designed to streamline and automate administrative tasks in educational institutions. It helps manage student records, exam schedules, subjects, and notices efficiently in one system. The app provides an intuitive dashboard and user-friendly interface, ensuring quick access to essential data for teachers, students, and administrators.</a:t>
          </a:r>
        </a:p>
      </dgm:t>
    </dgm:pt>
    <dgm:pt modelId="{421562AF-7C5D-4085-92E1-4C7711AEDB98}" type="parTrans" cxnId="{63D3D5C2-D1FB-4B0F-A33B-AC45CBDE551D}">
      <dgm:prSet/>
      <dgm:spPr/>
      <dgm:t>
        <a:bodyPr/>
        <a:lstStyle/>
        <a:p>
          <a:endParaRPr lang="en-US"/>
        </a:p>
      </dgm:t>
    </dgm:pt>
    <dgm:pt modelId="{C5B297D9-5A64-4D1D-98EE-7D8FD7DD59E0}" type="sibTrans" cxnId="{63D3D5C2-D1FB-4B0F-A33B-AC45CBDE551D}">
      <dgm:prSet/>
      <dgm:spPr/>
      <dgm:t>
        <a:bodyPr/>
        <a:lstStyle/>
        <a:p>
          <a:endParaRPr lang="en-US"/>
        </a:p>
      </dgm:t>
    </dgm:pt>
    <dgm:pt modelId="{38D34C26-0EEA-40D3-B4A5-366B8DA59F0C}" type="pres">
      <dgm:prSet presAssocID="{63BABFD6-2B45-4A09-81FC-E3AF645E5230}" presName="linearFlow" presStyleCnt="0">
        <dgm:presLayoutVars>
          <dgm:resizeHandles val="exact"/>
        </dgm:presLayoutVars>
      </dgm:prSet>
      <dgm:spPr/>
    </dgm:pt>
    <dgm:pt modelId="{B0D4A696-6453-47FC-941A-FBA557609396}" type="pres">
      <dgm:prSet presAssocID="{AA6DFC97-EDC4-4D4F-8CD3-4BE6E08A6B1B}" presName="node" presStyleLbl="node1" presStyleIdx="0" presStyleCnt="2">
        <dgm:presLayoutVars>
          <dgm:bulletEnabled val="1"/>
        </dgm:presLayoutVars>
      </dgm:prSet>
      <dgm:spPr/>
    </dgm:pt>
    <dgm:pt modelId="{C418F7A1-3047-4F68-949A-CD7E02AD024D}" type="pres">
      <dgm:prSet presAssocID="{D1C8D020-E6D3-4E97-9CA1-90CE3A5151C1}" presName="sibTrans" presStyleLbl="sibTrans2D1" presStyleIdx="0" presStyleCnt="1"/>
      <dgm:spPr/>
    </dgm:pt>
    <dgm:pt modelId="{9A7741B2-628D-4F93-BD1B-AF73B415C777}" type="pres">
      <dgm:prSet presAssocID="{D1C8D020-E6D3-4E97-9CA1-90CE3A5151C1}" presName="connectorText" presStyleLbl="sibTrans2D1" presStyleIdx="0" presStyleCnt="1"/>
      <dgm:spPr/>
    </dgm:pt>
    <dgm:pt modelId="{FA9FB087-C495-4430-AD92-8C9E70A47AB5}" type="pres">
      <dgm:prSet presAssocID="{19F9EC99-5350-4D46-B3A6-66E6910BDCA6}" presName="node" presStyleLbl="node1" presStyleIdx="1" presStyleCnt="2">
        <dgm:presLayoutVars>
          <dgm:bulletEnabled val="1"/>
        </dgm:presLayoutVars>
      </dgm:prSet>
      <dgm:spPr/>
    </dgm:pt>
  </dgm:ptLst>
  <dgm:cxnLst>
    <dgm:cxn modelId="{65C72A03-CD61-446B-BA8C-29B5CE58AE4D}" type="presOf" srcId="{D1C8D020-E6D3-4E97-9CA1-90CE3A5151C1}" destId="{C418F7A1-3047-4F68-949A-CD7E02AD024D}" srcOrd="0" destOrd="0" presId="urn:microsoft.com/office/officeart/2005/8/layout/process2"/>
    <dgm:cxn modelId="{FA69A713-11A6-4FAB-BB73-70063793E7AE}" type="presOf" srcId="{D1C8D020-E6D3-4E97-9CA1-90CE3A5151C1}" destId="{9A7741B2-628D-4F93-BD1B-AF73B415C777}" srcOrd="1" destOrd="0" presId="urn:microsoft.com/office/officeart/2005/8/layout/process2"/>
    <dgm:cxn modelId="{2EFE0C1A-734E-40C6-BAD1-C3D5EF7FAF13}" type="presOf" srcId="{19F9EC99-5350-4D46-B3A6-66E6910BDCA6}" destId="{FA9FB087-C495-4430-AD92-8C9E70A47AB5}" srcOrd="0" destOrd="0" presId="urn:microsoft.com/office/officeart/2005/8/layout/process2"/>
    <dgm:cxn modelId="{52DD6A84-C417-4614-B15E-322F93235960}" type="presOf" srcId="{AA6DFC97-EDC4-4D4F-8CD3-4BE6E08A6B1B}" destId="{B0D4A696-6453-47FC-941A-FBA557609396}" srcOrd="0" destOrd="0" presId="urn:microsoft.com/office/officeart/2005/8/layout/process2"/>
    <dgm:cxn modelId="{63D3D5C2-D1FB-4B0F-A33B-AC45CBDE551D}" srcId="{63BABFD6-2B45-4A09-81FC-E3AF645E5230}" destId="{19F9EC99-5350-4D46-B3A6-66E6910BDCA6}" srcOrd="1" destOrd="0" parTransId="{421562AF-7C5D-4085-92E1-4C7711AEDB98}" sibTransId="{C5B297D9-5A64-4D1D-98EE-7D8FD7DD59E0}"/>
    <dgm:cxn modelId="{3F3696C7-1384-45B0-8FD0-47B1F8F07EDE}" srcId="{63BABFD6-2B45-4A09-81FC-E3AF645E5230}" destId="{AA6DFC97-EDC4-4D4F-8CD3-4BE6E08A6B1B}" srcOrd="0" destOrd="0" parTransId="{0921C024-948E-463C-AFF0-0C62D15884B1}" sibTransId="{D1C8D020-E6D3-4E97-9CA1-90CE3A5151C1}"/>
    <dgm:cxn modelId="{7207A1D3-B26D-49A7-B844-215C31559DE3}" type="presOf" srcId="{63BABFD6-2B45-4A09-81FC-E3AF645E5230}" destId="{38D34C26-0EEA-40D3-B4A5-366B8DA59F0C}" srcOrd="0" destOrd="0" presId="urn:microsoft.com/office/officeart/2005/8/layout/process2"/>
    <dgm:cxn modelId="{97EB8985-0856-4475-A62A-73D180758032}" type="presParOf" srcId="{38D34C26-0EEA-40D3-B4A5-366B8DA59F0C}" destId="{B0D4A696-6453-47FC-941A-FBA557609396}" srcOrd="0" destOrd="0" presId="urn:microsoft.com/office/officeart/2005/8/layout/process2"/>
    <dgm:cxn modelId="{FFB28F56-D3BE-497F-8CD9-F86585ED62E8}" type="presParOf" srcId="{38D34C26-0EEA-40D3-B4A5-366B8DA59F0C}" destId="{C418F7A1-3047-4F68-949A-CD7E02AD024D}" srcOrd="1" destOrd="0" presId="urn:microsoft.com/office/officeart/2005/8/layout/process2"/>
    <dgm:cxn modelId="{DB9BF944-1E18-4622-9D9C-B6DFCEACFBDD}" type="presParOf" srcId="{C418F7A1-3047-4F68-949A-CD7E02AD024D}" destId="{9A7741B2-628D-4F93-BD1B-AF73B415C777}" srcOrd="0" destOrd="0" presId="urn:microsoft.com/office/officeart/2005/8/layout/process2"/>
    <dgm:cxn modelId="{82B55281-0CC0-4FCB-9F1E-9C2EF0F1BC08}" type="presParOf" srcId="{38D34C26-0EEA-40D3-B4A5-366B8DA59F0C}" destId="{FA9FB087-C495-4430-AD92-8C9E70A47AB5}" srcOrd="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4A696-6453-47FC-941A-FBA557609396}">
      <dsp:nvSpPr>
        <dsp:cNvPr id="0" name=""/>
        <dsp:cNvSpPr/>
      </dsp:nvSpPr>
      <dsp:spPr>
        <a:xfrm>
          <a:off x="224492" y="676"/>
          <a:ext cx="4140122" cy="221545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Introduction</a:t>
          </a:r>
          <a:endParaRPr lang="en-US" sz="1500" kern="1200"/>
        </a:p>
      </dsp:txBody>
      <dsp:txXfrm>
        <a:off x="289380" y="65564"/>
        <a:ext cx="4010346" cy="2085674"/>
      </dsp:txXfrm>
    </dsp:sp>
    <dsp:sp modelId="{C418F7A1-3047-4F68-949A-CD7E02AD024D}">
      <dsp:nvSpPr>
        <dsp:cNvPr id="0" name=""/>
        <dsp:cNvSpPr/>
      </dsp:nvSpPr>
      <dsp:spPr>
        <a:xfrm rot="5400000">
          <a:off x="1879157" y="2271512"/>
          <a:ext cx="830793" cy="9969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995468" y="2354591"/>
        <a:ext cx="598172" cy="581555"/>
      </dsp:txXfrm>
    </dsp:sp>
    <dsp:sp modelId="{FA9FB087-C495-4430-AD92-8C9E70A47AB5}">
      <dsp:nvSpPr>
        <dsp:cNvPr id="0" name=""/>
        <dsp:cNvSpPr/>
      </dsp:nvSpPr>
      <dsp:spPr>
        <a:xfrm>
          <a:off x="224492" y="3323851"/>
          <a:ext cx="4140122" cy="221545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The Student Management Application is a digital platform designed to streamline and automate administrative tasks in educational institutions. It helps manage student records, exam schedules, subjects, and notices efficiently in one system. The app provides an intuitive dashboard and user-friendly interface, ensuring quick access to essential data for teachers, students, and administrators.</a:t>
          </a:r>
        </a:p>
      </dsp:txBody>
      <dsp:txXfrm>
        <a:off x="289380" y="3388739"/>
        <a:ext cx="4010346" cy="208567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C6EBBD-702D-1E57-99A5-8E75AAD93366}"/>
              </a:ext>
            </a:extLst>
          </p:cNvPr>
          <p:cNvSpPr txBox="1"/>
          <p:nvPr/>
        </p:nvSpPr>
        <p:spPr>
          <a:xfrm>
            <a:off x="645064" y="525982"/>
            <a:ext cx="4282983" cy="120036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2500" b="1" kern="1200" dirty="0">
                <a:latin typeface="+mj-lt"/>
                <a:ea typeface="+mj-ea"/>
                <a:cs typeface="+mj-cs"/>
              </a:rPr>
              <a:t>PRESENTATION ON </a:t>
            </a:r>
            <a:endParaRPr lang="en-US" b="1">
              <a:ea typeface="+mj-ea"/>
              <a:cs typeface="+mj-cs"/>
            </a:endParaRPr>
          </a:p>
          <a:p>
            <a:pPr algn="ctr">
              <a:lnSpc>
                <a:spcPct val="90000"/>
              </a:lnSpc>
              <a:spcBef>
                <a:spcPct val="0"/>
              </a:spcBef>
              <a:spcAft>
                <a:spcPts val="600"/>
              </a:spcAft>
            </a:pPr>
            <a:r>
              <a:rPr lang="en-US" sz="2500" b="1" kern="1200" dirty="0">
                <a:latin typeface="+mj-lt"/>
                <a:ea typeface="+mj-ea"/>
                <a:cs typeface="+mj-cs"/>
              </a:rPr>
              <a:t>STUDENT MANAGEMENT </a:t>
            </a:r>
            <a:r>
              <a:rPr lang="en-US" sz="2500" b="1" dirty="0">
                <a:latin typeface="+mj-lt"/>
                <a:ea typeface="+mj-ea"/>
                <a:cs typeface="+mj-cs"/>
              </a:rPr>
              <a:t>SYSTEM</a:t>
            </a:r>
            <a:endParaRPr lang="en-US" sz="2500" b="1" kern="1200" dirty="0">
              <a:latin typeface="+mj-lt"/>
              <a:ea typeface="+mj-ea"/>
              <a:cs typeface="+mj-cs"/>
            </a:endParaRPr>
          </a:p>
        </p:txBody>
      </p:sp>
      <p:sp>
        <p:nvSpPr>
          <p:cNvPr id="33" name="Rectangle 3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E3ED31-CA51-9BF5-94AE-0D0C7D47CBBC}"/>
              </a:ext>
            </a:extLst>
          </p:cNvPr>
          <p:cNvSpPr txBox="1"/>
          <p:nvPr/>
        </p:nvSpPr>
        <p:spPr>
          <a:xfrm>
            <a:off x="645066" y="2031101"/>
            <a:ext cx="4282984" cy="351194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Aft>
                <a:spcPts val="600"/>
              </a:spcAft>
            </a:pPr>
            <a:r>
              <a:rPr lang="en-US" sz="2400" b="1" dirty="0"/>
              <a:t>PRESENTED BY</a:t>
            </a:r>
          </a:p>
          <a:p>
            <a:pPr algn="ctr">
              <a:lnSpc>
                <a:spcPct val="90000"/>
              </a:lnSpc>
              <a:spcAft>
                <a:spcPts val="600"/>
              </a:spcAft>
            </a:pPr>
            <a:r>
              <a:rPr lang="en-US" sz="2400" dirty="0"/>
              <a:t>Name: Israt Jahan Eva </a:t>
            </a:r>
          </a:p>
          <a:p>
            <a:pPr algn="ctr">
              <a:lnSpc>
                <a:spcPct val="90000"/>
              </a:lnSpc>
              <a:spcAft>
                <a:spcPts val="600"/>
              </a:spcAft>
            </a:pPr>
            <a:r>
              <a:rPr lang="en-US" sz="2400" dirty="0"/>
              <a:t>Id: 20232006010</a:t>
            </a:r>
          </a:p>
          <a:p>
            <a:pPr algn="ctr">
              <a:lnSpc>
                <a:spcPct val="90000"/>
              </a:lnSpc>
              <a:spcAft>
                <a:spcPts val="600"/>
              </a:spcAft>
            </a:pPr>
            <a:r>
              <a:rPr lang="en-US" sz="2400" dirty="0"/>
              <a:t>Name: Amena Akter </a:t>
            </a:r>
          </a:p>
          <a:p>
            <a:pPr algn="ctr">
              <a:lnSpc>
                <a:spcPct val="90000"/>
              </a:lnSpc>
              <a:spcAft>
                <a:spcPts val="600"/>
              </a:spcAft>
            </a:pPr>
            <a:r>
              <a:rPr lang="en-US" sz="2400" dirty="0"/>
              <a:t>Id: 20232008010</a:t>
            </a:r>
          </a:p>
          <a:p>
            <a:pPr algn="ctr">
              <a:lnSpc>
                <a:spcPct val="90000"/>
              </a:lnSpc>
              <a:spcAft>
                <a:spcPts val="600"/>
              </a:spcAft>
            </a:pPr>
            <a:r>
              <a:rPr lang="en-US" sz="2400" dirty="0"/>
              <a:t>Name : Eshita Akter </a:t>
            </a:r>
          </a:p>
          <a:p>
            <a:pPr algn="ctr">
              <a:lnSpc>
                <a:spcPct val="90000"/>
              </a:lnSpc>
              <a:spcAft>
                <a:spcPts val="600"/>
              </a:spcAft>
            </a:pPr>
            <a:r>
              <a:rPr lang="en-US" sz="2400" dirty="0"/>
              <a:t>Id: 20232013010</a:t>
            </a:r>
          </a:p>
          <a:p>
            <a:pPr algn="ctr">
              <a:lnSpc>
                <a:spcPct val="90000"/>
              </a:lnSpc>
              <a:spcAft>
                <a:spcPts val="600"/>
              </a:spcAft>
            </a:pPr>
            <a:endParaRPr lang="en-US" sz="2400" dirty="0"/>
          </a:p>
        </p:txBody>
      </p:sp>
      <p:sp>
        <p:nvSpPr>
          <p:cNvPr id="35" name="Rectangle 3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logo for a university&#10;&#10;AI-generated content may be incorrect.">
            <a:extLst>
              <a:ext uri="{FF2B5EF4-FFF2-40B4-BE49-F238E27FC236}">
                <a16:creationId xmlns:a16="http://schemas.microsoft.com/office/drawing/2014/main" id="{1F610AE7-4CCD-A594-86AF-E54202A8EC2B}"/>
              </a:ext>
            </a:extLst>
          </p:cNvPr>
          <p:cNvPicPr>
            <a:picLocks noChangeAspect="1"/>
          </p:cNvPicPr>
          <p:nvPr/>
        </p:nvPicPr>
        <p:blipFill>
          <a:blip r:embed="rId2"/>
          <a:srcRect l="3346" t="4074" r="372" b="-370"/>
          <a:stretch>
            <a:fillRect/>
          </a:stretch>
        </p:blipFill>
        <p:spPr>
          <a:xfrm>
            <a:off x="7311470" y="1362252"/>
            <a:ext cx="3039864" cy="3051425"/>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CF9830-4CFA-1D92-F319-94CB6FB3AB34}"/>
              </a:ext>
            </a:extLst>
          </p:cNvPr>
          <p:cNvSpPr txBox="1"/>
          <p:nvPr/>
        </p:nvSpPr>
        <p:spPr>
          <a:xfrm>
            <a:off x="5474725" y="469632"/>
            <a:ext cx="3153642" cy="5416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Objectives</a:t>
            </a:r>
            <a:endParaRPr lang="en-US" sz="2000" dirty="0"/>
          </a:p>
          <a:p>
            <a:pPr marL="285750" indent="-285750">
              <a:buFont typeface="Arial"/>
              <a:buChar char="•"/>
            </a:pPr>
            <a:r>
              <a:rPr lang="en-US" dirty="0">
                <a:ea typeface="+mn-lt"/>
                <a:cs typeface="+mn-lt"/>
              </a:rPr>
              <a:t>To create an efficient and easy-to-use system for managing student data.</a:t>
            </a:r>
            <a:endParaRPr lang="en-US"/>
          </a:p>
          <a:p>
            <a:pPr marL="285750" indent="-285750">
              <a:buFont typeface="Arial"/>
              <a:buChar char="•"/>
            </a:pPr>
            <a:r>
              <a:rPr lang="en-US" dirty="0">
                <a:ea typeface="+mn-lt"/>
                <a:cs typeface="+mn-lt"/>
              </a:rPr>
              <a:t>To reduce manual work and paperwork in academic administration.</a:t>
            </a:r>
            <a:endParaRPr lang="en-US"/>
          </a:p>
          <a:p>
            <a:pPr marL="285750" indent="-285750">
              <a:buFont typeface="Arial"/>
              <a:buChar char="•"/>
            </a:pPr>
            <a:r>
              <a:rPr lang="en-US" dirty="0">
                <a:ea typeface="+mn-lt"/>
                <a:cs typeface="+mn-lt"/>
              </a:rPr>
              <a:t>To enable real-time updates of notices, schedules, and student information.</a:t>
            </a:r>
            <a:endParaRPr lang="en-US"/>
          </a:p>
          <a:p>
            <a:pPr marL="285750" indent="-285750">
              <a:buFont typeface="Arial"/>
              <a:buChar char="•"/>
            </a:pPr>
            <a:r>
              <a:rPr lang="en-US" dirty="0">
                <a:ea typeface="+mn-lt"/>
                <a:cs typeface="+mn-lt"/>
              </a:rPr>
              <a:t>To improve data accuracy and accessibility for teachers and staff.</a:t>
            </a:r>
            <a:endParaRPr lang="en-US"/>
          </a:p>
          <a:p>
            <a:pPr marL="285750" indent="-285750">
              <a:buFont typeface="Arial"/>
              <a:buChar char="•"/>
            </a:pPr>
            <a:r>
              <a:rPr lang="en-US" dirty="0">
                <a:ea typeface="+mn-lt"/>
                <a:cs typeface="+mn-lt"/>
              </a:rPr>
              <a:t>To build a scalable foundation for future academic management tools.</a:t>
            </a:r>
            <a:endParaRPr lang="en-US" dirty="0"/>
          </a:p>
          <a:p>
            <a:pPr algn="l"/>
            <a:endParaRPr lang="en-US" sz="2000" dirty="0"/>
          </a:p>
        </p:txBody>
      </p:sp>
      <p:pic>
        <p:nvPicPr>
          <p:cNvPr id="2" name="Picture 1" descr="A diagram of a student management system&#10;&#10;AI-generated content may be incorrect.">
            <a:extLst>
              <a:ext uri="{FF2B5EF4-FFF2-40B4-BE49-F238E27FC236}">
                <a16:creationId xmlns:a16="http://schemas.microsoft.com/office/drawing/2014/main" id="{EB57ED5D-FC33-6143-6BB0-9A5EE7D12D76}"/>
              </a:ext>
            </a:extLst>
          </p:cNvPr>
          <p:cNvPicPr>
            <a:picLocks noChangeAspect="1"/>
          </p:cNvPicPr>
          <p:nvPr/>
        </p:nvPicPr>
        <p:blipFill>
          <a:blip r:embed="rId2"/>
          <a:stretch>
            <a:fillRect/>
          </a:stretch>
        </p:blipFill>
        <p:spPr>
          <a:xfrm>
            <a:off x="8625798" y="1491802"/>
            <a:ext cx="3537050" cy="3251917"/>
          </a:xfrm>
          <a:prstGeom prst="rect">
            <a:avLst/>
          </a:prstGeom>
        </p:spPr>
      </p:pic>
      <p:graphicFrame>
        <p:nvGraphicFramePr>
          <p:cNvPr id="7" name="TextBox 2">
            <a:extLst>
              <a:ext uri="{FF2B5EF4-FFF2-40B4-BE49-F238E27FC236}">
                <a16:creationId xmlns:a16="http://schemas.microsoft.com/office/drawing/2014/main" id="{AC1F19D4-974C-3880-D447-0F3658E3F7B0}"/>
              </a:ext>
            </a:extLst>
          </p:cNvPr>
          <p:cNvGraphicFramePr/>
          <p:nvPr/>
        </p:nvGraphicFramePr>
        <p:xfrm>
          <a:off x="456227" y="469645"/>
          <a:ext cx="4589108" cy="5539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8323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7" name="Freeform: Shape 36">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9" name="Freeform: Shape 38">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41" name="Freeform: Shape 40">
            <a:extLst>
              <a:ext uri="{FF2B5EF4-FFF2-40B4-BE49-F238E27FC236}">
                <a16:creationId xmlns:a16="http://schemas.microsoft.com/office/drawing/2014/main" id="{59463AC4-F96D-4507-9EE0-A831B7910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43" name="Freeform: Shape 42">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5" name="Freeform: Shape 44">
            <a:extLst>
              <a:ext uri="{FF2B5EF4-FFF2-40B4-BE49-F238E27FC236}">
                <a16:creationId xmlns:a16="http://schemas.microsoft.com/office/drawing/2014/main" id="{FC3ABE8C-1C72-4141-BADF-DD6811764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47"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9346" y="5987064"/>
            <a:ext cx="1054466" cy="469689"/>
            <a:chOff x="9841624" y="4115729"/>
            <a:chExt cx="602169" cy="268223"/>
          </a:xfrm>
          <a:solidFill>
            <a:schemeClr val="bg1"/>
          </a:solidFill>
        </p:grpSpPr>
        <p:sp>
          <p:nvSpPr>
            <p:cNvPr id="48" name="Freeform: Shape 47">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8" name="Picture 7" descr="A white text on an orange background&#10;&#10;AI-generated content may be incorrect.">
            <a:extLst>
              <a:ext uri="{FF2B5EF4-FFF2-40B4-BE49-F238E27FC236}">
                <a16:creationId xmlns:a16="http://schemas.microsoft.com/office/drawing/2014/main" id="{7C4F104A-3F68-893A-A14D-1C67F9B7E135}"/>
              </a:ext>
            </a:extLst>
          </p:cNvPr>
          <p:cNvPicPr>
            <a:picLocks noChangeAspect="1"/>
          </p:cNvPicPr>
          <p:nvPr/>
        </p:nvPicPr>
        <p:blipFill>
          <a:blip r:embed="rId2"/>
          <a:srcRect l="20901" r="24348" b="-3"/>
          <a:stretch>
            <a:fillRect/>
          </a:stretch>
        </p:blipFill>
        <p:spPr>
          <a:xfrm>
            <a:off x="8316251" y="3695685"/>
            <a:ext cx="1987357" cy="1872107"/>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sp>
        <p:nvSpPr>
          <p:cNvPr id="4" name="Oval 3">
            <a:extLst>
              <a:ext uri="{FF2B5EF4-FFF2-40B4-BE49-F238E27FC236}">
                <a16:creationId xmlns:a16="http://schemas.microsoft.com/office/drawing/2014/main" id="{288B5582-B754-0D9D-C599-08416FB1A0F2}"/>
              </a:ext>
            </a:extLst>
          </p:cNvPr>
          <p:cNvSpPr/>
          <p:nvPr/>
        </p:nvSpPr>
        <p:spPr>
          <a:xfrm>
            <a:off x="7507310" y="2121918"/>
            <a:ext cx="1670538" cy="17291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CSS</a:t>
            </a:r>
          </a:p>
        </p:txBody>
      </p:sp>
      <p:sp>
        <p:nvSpPr>
          <p:cNvPr id="6" name="Oval 5">
            <a:extLst>
              <a:ext uri="{FF2B5EF4-FFF2-40B4-BE49-F238E27FC236}">
                <a16:creationId xmlns:a16="http://schemas.microsoft.com/office/drawing/2014/main" id="{5DF886EF-6210-35A6-58AD-1A88A0BF8C74}"/>
              </a:ext>
            </a:extLst>
          </p:cNvPr>
          <p:cNvSpPr/>
          <p:nvPr/>
        </p:nvSpPr>
        <p:spPr>
          <a:xfrm>
            <a:off x="9242634" y="2117464"/>
            <a:ext cx="1878582" cy="16773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JAVASCRIPT</a:t>
            </a:r>
          </a:p>
        </p:txBody>
      </p:sp>
      <p:sp>
        <p:nvSpPr>
          <p:cNvPr id="11" name="TextBox 10">
            <a:extLst>
              <a:ext uri="{FF2B5EF4-FFF2-40B4-BE49-F238E27FC236}">
                <a16:creationId xmlns:a16="http://schemas.microsoft.com/office/drawing/2014/main" id="{B053BC65-8089-9F2B-5F10-8B2D1BF60D4D}"/>
              </a:ext>
            </a:extLst>
          </p:cNvPr>
          <p:cNvSpPr txBox="1"/>
          <p:nvPr/>
        </p:nvSpPr>
        <p:spPr>
          <a:xfrm>
            <a:off x="2361645" y="1167392"/>
            <a:ext cx="4765986" cy="634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28600">
              <a:lnSpc>
                <a:spcPct val="90000"/>
              </a:lnSpc>
              <a:spcAft>
                <a:spcPts val="600"/>
              </a:spcAft>
              <a:buFont typeface="Arial,Sans-Serif"/>
              <a:buChar char="•"/>
            </a:pPr>
            <a:r>
              <a:rPr lang="en-US" sz="2400" b="1" dirty="0">
                <a:solidFill>
                  <a:schemeClr val="bg1"/>
                </a:solidFill>
              </a:rPr>
              <a:t>Methodology</a:t>
            </a:r>
            <a:endParaRPr lang="en-US" sz="2400" dirty="0">
              <a:solidFill>
                <a:schemeClr val="bg1"/>
              </a:solidFill>
            </a:endParaRPr>
          </a:p>
          <a:p>
            <a:pPr marL="285750" indent="-228600">
              <a:lnSpc>
                <a:spcPct val="90000"/>
              </a:lnSpc>
              <a:spcAft>
                <a:spcPts val="600"/>
              </a:spcAft>
              <a:buFont typeface="Arial,Sans-Serif"/>
              <a:buChar char="•"/>
            </a:pPr>
            <a:r>
              <a:rPr lang="en-US" sz="2000" b="1" dirty="0">
                <a:solidFill>
                  <a:schemeClr val="bg1"/>
                </a:solidFill>
              </a:rPr>
              <a:t>System Design:</a:t>
            </a:r>
            <a:r>
              <a:rPr lang="en-US" sz="2000" dirty="0">
                <a:solidFill>
                  <a:schemeClr val="bg1"/>
                </a:solidFill>
              </a:rPr>
              <a:t> The project was developed using a modular approach, dividing components into Dashboard, Add Student, Add Subject, Exam Schedule, and Notice Board modules.</a:t>
            </a:r>
          </a:p>
          <a:p>
            <a:pPr marL="285750" indent="-228600">
              <a:lnSpc>
                <a:spcPct val="90000"/>
              </a:lnSpc>
              <a:spcAft>
                <a:spcPts val="600"/>
              </a:spcAft>
              <a:buFont typeface="Arial,Sans-Serif"/>
              <a:buChar char="•"/>
            </a:pPr>
            <a:r>
              <a:rPr lang="en-US" sz="2000" b="1" dirty="0">
                <a:solidFill>
                  <a:schemeClr val="bg1"/>
                </a:solidFill>
              </a:rPr>
              <a:t>Frontend Development:</a:t>
            </a:r>
            <a:r>
              <a:rPr lang="en-US" sz="2000" dirty="0">
                <a:solidFill>
                  <a:schemeClr val="bg1"/>
                </a:solidFill>
              </a:rPr>
              <a:t> HTML, </a:t>
            </a:r>
            <a:r>
              <a:rPr lang="en-US" sz="2000" dirty="0" err="1">
                <a:solidFill>
                  <a:schemeClr val="bg1"/>
                </a:solidFill>
              </a:rPr>
              <a:t>CSS,javascript</a:t>
            </a:r>
            <a:r>
              <a:rPr lang="en-US" sz="2000" dirty="0">
                <a:solidFill>
                  <a:schemeClr val="bg1"/>
                </a:solidFill>
              </a:rPr>
              <a:t> and </a:t>
            </a:r>
            <a:r>
              <a:rPr lang="en-US" sz="2000" dirty="0" err="1">
                <a:solidFill>
                  <a:schemeClr val="bg1"/>
                </a:solidFill>
              </a:rPr>
              <a:t>Php</a:t>
            </a:r>
            <a:r>
              <a:rPr lang="en-US" sz="2000" dirty="0">
                <a:solidFill>
                  <a:schemeClr val="bg1"/>
                </a:solidFill>
              </a:rPr>
              <a:t> were used to create a responsive and interactive user interface.</a:t>
            </a:r>
          </a:p>
          <a:p>
            <a:pPr marL="285750" indent="-228600">
              <a:lnSpc>
                <a:spcPct val="90000"/>
              </a:lnSpc>
              <a:spcAft>
                <a:spcPts val="600"/>
              </a:spcAft>
              <a:buFont typeface="Arial,Sans-Serif"/>
              <a:buChar char="•"/>
            </a:pPr>
            <a:r>
              <a:rPr lang="en-US" sz="2000" b="1" dirty="0">
                <a:solidFill>
                  <a:schemeClr val="bg1"/>
                </a:solidFill>
              </a:rPr>
              <a:t>Backend Development:</a:t>
            </a:r>
            <a:r>
              <a:rPr lang="en-US" sz="2000" dirty="0">
                <a:solidFill>
                  <a:schemeClr val="bg1"/>
                </a:solidFill>
              </a:rPr>
              <a:t> PHP and MySQL (or any chosen backend) were used to handle database management, authentication, and data storage.</a:t>
            </a:r>
          </a:p>
          <a:p>
            <a:pPr marL="285750" indent="-228600">
              <a:lnSpc>
                <a:spcPct val="90000"/>
              </a:lnSpc>
              <a:spcAft>
                <a:spcPts val="600"/>
              </a:spcAft>
              <a:buFont typeface="Arial,Sans-Serif"/>
              <a:buChar char="•"/>
            </a:pPr>
            <a:r>
              <a:rPr lang="en-US" sz="2000" b="1" dirty="0">
                <a:solidFill>
                  <a:schemeClr val="bg1"/>
                </a:solidFill>
              </a:rPr>
              <a:t>Testing &amp; Deployment:</a:t>
            </a:r>
            <a:r>
              <a:rPr lang="en-US" sz="2000" dirty="0">
                <a:solidFill>
                  <a:schemeClr val="bg1"/>
                </a:solidFill>
              </a:rPr>
              <a:t> Each module was tested individually before integrating into the full system to ensure error-free performance and data consistency.</a:t>
            </a:r>
          </a:p>
          <a:p>
            <a:pPr marL="285750" indent="-228600">
              <a:lnSpc>
                <a:spcPct val="90000"/>
              </a:lnSpc>
              <a:spcAft>
                <a:spcPts val="600"/>
              </a:spcAft>
              <a:buFont typeface="Arial,Sans-Serif"/>
              <a:buChar char="•"/>
            </a:pPr>
            <a:endParaRPr lang="en-US" sz="1400" dirty="0"/>
          </a:p>
          <a:p>
            <a:pPr algn="l"/>
            <a:endParaRPr lang="en-US" dirty="0"/>
          </a:p>
        </p:txBody>
      </p:sp>
    </p:spTree>
    <p:extLst>
      <p:ext uri="{BB962C8B-B14F-4D97-AF65-F5344CB8AC3E}">
        <p14:creationId xmlns:p14="http://schemas.microsoft.com/office/powerpoint/2010/main" val="376479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C64EB1A-F6AF-0B7B-D641-F48C56CB859F}"/>
              </a:ext>
            </a:extLst>
          </p:cNvPr>
          <p:cNvSpPr txBox="1"/>
          <p:nvPr/>
        </p:nvSpPr>
        <p:spPr>
          <a:xfrm>
            <a:off x="371094" y="2718054"/>
            <a:ext cx="3438906" cy="320725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i="1" dirty="0"/>
              <a:t>•This is the main dashboard of the Share Link application. It serves as the central hub for users, displaying key metrics and navigation options.</a:t>
            </a:r>
          </a:p>
          <a:p>
            <a:pPr indent="-228600">
              <a:lnSpc>
                <a:spcPct val="90000"/>
              </a:lnSpc>
              <a:spcAft>
                <a:spcPts val="600"/>
              </a:spcAft>
              <a:buFont typeface="Arial" panose="020B0604020202020204" pitchFamily="34" charset="0"/>
              <a:buChar char="•"/>
            </a:pPr>
            <a:endParaRPr lang="en-US" sz="1700"/>
          </a:p>
        </p:txBody>
      </p:sp>
      <p:pic>
        <p:nvPicPr>
          <p:cNvPr id="3" name="Picture 2" descr="A screenshot of a computer&#10;&#10;AI-generated content may be incorrect.">
            <a:extLst>
              <a:ext uri="{FF2B5EF4-FFF2-40B4-BE49-F238E27FC236}">
                <a16:creationId xmlns:a16="http://schemas.microsoft.com/office/drawing/2014/main" id="{F27D0F25-B507-92A0-B269-C539C9BBF092}"/>
              </a:ext>
            </a:extLst>
          </p:cNvPr>
          <p:cNvPicPr>
            <a:picLocks noChangeAspect="1"/>
          </p:cNvPicPr>
          <p:nvPr/>
        </p:nvPicPr>
        <p:blipFill>
          <a:blip r:embed="rId2"/>
          <a:stretch>
            <a:fillRect/>
          </a:stretch>
        </p:blipFill>
        <p:spPr>
          <a:xfrm>
            <a:off x="4572938" y="939348"/>
            <a:ext cx="7484714" cy="4411669"/>
          </a:xfrm>
          <a:prstGeom prst="rect">
            <a:avLst/>
          </a:prstGeom>
        </p:spPr>
      </p:pic>
      <p:sp>
        <p:nvSpPr>
          <p:cNvPr id="6" name="TextBox 5">
            <a:extLst>
              <a:ext uri="{FF2B5EF4-FFF2-40B4-BE49-F238E27FC236}">
                <a16:creationId xmlns:a16="http://schemas.microsoft.com/office/drawing/2014/main" id="{3041F634-3132-7BEB-0AE6-7C518A5E54D5}"/>
              </a:ext>
            </a:extLst>
          </p:cNvPr>
          <p:cNvSpPr txBox="1"/>
          <p:nvPr/>
        </p:nvSpPr>
        <p:spPr>
          <a:xfrm>
            <a:off x="322384" y="337038"/>
            <a:ext cx="3414346"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dirty="0">
                <a:latin typeface="Calibri"/>
                <a:ea typeface="Calibri"/>
                <a:cs typeface="Calibri"/>
              </a:rPr>
              <a:t>Home Page (Dashboard)</a:t>
            </a:r>
            <a:endParaRPr lang="en-US" dirty="0"/>
          </a:p>
        </p:txBody>
      </p:sp>
    </p:spTree>
    <p:extLst>
      <p:ext uri="{BB962C8B-B14F-4D97-AF65-F5344CB8AC3E}">
        <p14:creationId xmlns:p14="http://schemas.microsoft.com/office/powerpoint/2010/main" val="2306559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2BB9747-F9BD-D75F-BB65-224F48661C8A}"/>
              </a:ext>
            </a:extLst>
          </p:cNvPr>
          <p:cNvSpPr txBox="1"/>
          <p:nvPr/>
        </p:nvSpPr>
        <p:spPr>
          <a:xfrm>
            <a:off x="371094" y="1161288"/>
            <a:ext cx="3438144" cy="123901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2800" kern="1200">
                <a:solidFill>
                  <a:schemeClr val="tx1"/>
                </a:solidFill>
                <a:latin typeface="+mj-lt"/>
                <a:ea typeface="+mj-ea"/>
                <a:cs typeface="+mj-cs"/>
              </a:rPr>
              <a:t>Sidebar / Menu</a:t>
            </a:r>
          </a:p>
        </p:txBody>
      </p:sp>
      <p:sp>
        <p:nvSpPr>
          <p:cNvPr id="15" name="Rectangle 1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66614E2C-1FB3-D8AF-1D48-923D399A6D4E}"/>
              </a:ext>
            </a:extLst>
          </p:cNvPr>
          <p:cNvSpPr txBox="1"/>
          <p:nvPr/>
        </p:nvSpPr>
        <p:spPr>
          <a:xfrm>
            <a:off x="371094" y="2718054"/>
            <a:ext cx="3438906" cy="320725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Aft>
                <a:spcPts val="600"/>
              </a:spcAft>
            </a:pPr>
            <a:r>
              <a:rPr lang="en-US" sz="2400" dirty="0"/>
              <a:t>•The sidebar or menu provides easy navigation to different modules such as Add Student, Exam Schedule, Notice Board, and Add Subject.</a:t>
            </a:r>
            <a:endParaRPr lang="en-US"/>
          </a:p>
          <a:p>
            <a:pPr indent="-228600">
              <a:lnSpc>
                <a:spcPct val="90000"/>
              </a:lnSpc>
              <a:spcAft>
                <a:spcPts val="600"/>
              </a:spcAft>
              <a:buFont typeface="Arial" panose="020B0604020202020204" pitchFamily="34" charset="0"/>
              <a:buChar char="•"/>
            </a:pPr>
            <a:endParaRPr lang="en-US" sz="1700"/>
          </a:p>
        </p:txBody>
      </p:sp>
      <p:pic>
        <p:nvPicPr>
          <p:cNvPr id="3" name="Picture 2" descr="A screenshot of a computer&#10;&#10;AI-generated content may be incorrect.">
            <a:extLst>
              <a:ext uri="{FF2B5EF4-FFF2-40B4-BE49-F238E27FC236}">
                <a16:creationId xmlns:a16="http://schemas.microsoft.com/office/drawing/2014/main" id="{1E7980B6-2007-2D07-68A6-E0257CFF02E2}"/>
              </a:ext>
            </a:extLst>
          </p:cNvPr>
          <p:cNvPicPr>
            <a:picLocks noChangeAspect="1"/>
          </p:cNvPicPr>
          <p:nvPr/>
        </p:nvPicPr>
        <p:blipFill>
          <a:blip r:embed="rId2"/>
          <a:stretch>
            <a:fillRect/>
          </a:stretch>
        </p:blipFill>
        <p:spPr>
          <a:xfrm>
            <a:off x="4901184" y="1419995"/>
            <a:ext cx="6922008" cy="4118593"/>
          </a:xfrm>
          <a:prstGeom prst="rect">
            <a:avLst/>
          </a:prstGeom>
        </p:spPr>
      </p:pic>
    </p:spTree>
    <p:extLst>
      <p:ext uri="{BB962C8B-B14F-4D97-AF65-F5344CB8AC3E}">
        <p14:creationId xmlns:p14="http://schemas.microsoft.com/office/powerpoint/2010/main" val="988319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230ED09-7DE1-9865-CA4E-11605303A102}"/>
              </a:ext>
            </a:extLst>
          </p:cNvPr>
          <p:cNvSpPr txBox="1"/>
          <p:nvPr/>
        </p:nvSpPr>
        <p:spPr>
          <a:xfrm>
            <a:off x="371094" y="1161288"/>
            <a:ext cx="3438144" cy="123901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2800" kern="1200" dirty="0">
                <a:latin typeface="+mj-lt"/>
                <a:ea typeface="+mj-ea"/>
                <a:cs typeface="+mj-cs"/>
              </a:rPr>
              <a:t>Add Student Page</a:t>
            </a: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E89B288-E5BE-0556-162D-51104F768A7F}"/>
              </a:ext>
            </a:extLst>
          </p:cNvPr>
          <p:cNvSpPr txBox="1"/>
          <p:nvPr/>
        </p:nvSpPr>
        <p:spPr>
          <a:xfrm>
            <a:off x="371094" y="2718054"/>
            <a:ext cx="3438906" cy="320725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dirty="0"/>
              <a:t>•This page allows administrators or teachers to add new student details to the database. It includes fields for name, ID, class, and contact information.</a:t>
            </a:r>
          </a:p>
          <a:p>
            <a:pPr indent="-228600">
              <a:lnSpc>
                <a:spcPct val="90000"/>
              </a:lnSpc>
              <a:spcAft>
                <a:spcPts val="600"/>
              </a:spcAft>
              <a:buFont typeface="Arial" panose="020B0604020202020204" pitchFamily="34" charset="0"/>
              <a:buChar char="•"/>
            </a:pPr>
            <a:endParaRPr lang="en-US" sz="1700"/>
          </a:p>
        </p:txBody>
      </p:sp>
      <p:pic>
        <p:nvPicPr>
          <p:cNvPr id="5" name="Picture 4" descr="A computer screen shot of a student management system&#10;&#10;AI-generated content may be incorrect.">
            <a:extLst>
              <a:ext uri="{FF2B5EF4-FFF2-40B4-BE49-F238E27FC236}">
                <a16:creationId xmlns:a16="http://schemas.microsoft.com/office/drawing/2014/main" id="{6E7CB2CD-A27F-09EB-30A9-4B26D60DA35D}"/>
              </a:ext>
            </a:extLst>
          </p:cNvPr>
          <p:cNvPicPr>
            <a:picLocks noChangeAspect="1"/>
          </p:cNvPicPr>
          <p:nvPr/>
        </p:nvPicPr>
        <p:blipFill>
          <a:blip r:embed="rId2"/>
          <a:stretch>
            <a:fillRect/>
          </a:stretch>
        </p:blipFill>
        <p:spPr>
          <a:xfrm>
            <a:off x="4901184" y="1195029"/>
            <a:ext cx="6922008" cy="4568525"/>
          </a:xfrm>
          <a:prstGeom prst="rect">
            <a:avLst/>
          </a:prstGeom>
        </p:spPr>
      </p:pic>
    </p:spTree>
    <p:extLst>
      <p:ext uri="{BB962C8B-B14F-4D97-AF65-F5344CB8AC3E}">
        <p14:creationId xmlns:p14="http://schemas.microsoft.com/office/powerpoint/2010/main" val="382607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193D673-C94D-8A9F-99A4-D2F19AF591F6}"/>
              </a:ext>
            </a:extLst>
          </p:cNvPr>
          <p:cNvSpPr txBox="1"/>
          <p:nvPr/>
        </p:nvSpPr>
        <p:spPr>
          <a:xfrm>
            <a:off x="640080" y="4777739"/>
            <a:ext cx="3418990" cy="14121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100">
                <a:latin typeface="+mj-lt"/>
                <a:ea typeface="+mj-ea"/>
                <a:cs typeface="+mj-cs"/>
              </a:rPr>
              <a:t>Exam Schedule Page</a:t>
            </a:r>
          </a:p>
        </p:txBody>
      </p:sp>
      <p:pic>
        <p:nvPicPr>
          <p:cNvPr id="5" name="Picture 4" descr="A screenshot of a computer&#10;&#10;AI-generated content may be incorrect.">
            <a:extLst>
              <a:ext uri="{FF2B5EF4-FFF2-40B4-BE49-F238E27FC236}">
                <a16:creationId xmlns:a16="http://schemas.microsoft.com/office/drawing/2014/main" id="{E2D4A1B9-E288-4C92-090B-8EEA4466358B}"/>
              </a:ext>
            </a:extLst>
          </p:cNvPr>
          <p:cNvPicPr>
            <a:picLocks noChangeAspect="1"/>
          </p:cNvPicPr>
          <p:nvPr/>
        </p:nvPicPr>
        <p:blipFill>
          <a:blip r:embed="rId2"/>
          <a:srcRect t="13373" b="20453"/>
          <a:stretch>
            <a:fillRect/>
          </a:stretch>
        </p:blipFill>
        <p:spPr>
          <a:xfrm>
            <a:off x="19" y="10"/>
            <a:ext cx="12191980" cy="4787019"/>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37"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168984F-232E-9E1A-6951-2D37E1BC8D5A}"/>
              </a:ext>
            </a:extLst>
          </p:cNvPr>
          <p:cNvSpPr txBox="1"/>
          <p:nvPr/>
        </p:nvSpPr>
        <p:spPr>
          <a:xfrm>
            <a:off x="4654294" y="4777739"/>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dirty="0"/>
              <a:t>•This page displays and manages exam schedules. Users can add, update, or delete exam information for various subjects and classes.</a:t>
            </a:r>
          </a:p>
          <a:p>
            <a:pPr indent="-228600">
              <a:lnSpc>
                <a:spcPct val="90000"/>
              </a:lnSpc>
              <a:spcAft>
                <a:spcPts val="600"/>
              </a:spcAft>
              <a:buFont typeface="Arial" panose="020B0604020202020204" pitchFamily="34" charset="0"/>
              <a:buChar char="•"/>
            </a:pPr>
            <a:endParaRPr lang="en-US" sz="2200"/>
          </a:p>
        </p:txBody>
      </p:sp>
      <p:sp>
        <p:nvSpPr>
          <p:cNvPr id="3" name="TextBox 2">
            <a:extLst>
              <a:ext uri="{FF2B5EF4-FFF2-40B4-BE49-F238E27FC236}">
                <a16:creationId xmlns:a16="http://schemas.microsoft.com/office/drawing/2014/main" id="{8F368355-F3ED-8895-F620-35F59DAE6EB3}"/>
              </a:ext>
            </a:extLst>
          </p:cNvPr>
          <p:cNvSpPr txBox="1"/>
          <p:nvPr/>
        </p:nvSpPr>
        <p:spPr>
          <a:xfrm>
            <a:off x="912454" y="1556539"/>
            <a:ext cx="4522016" cy="4374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798466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901D81C-E774-A898-6726-3B7B3EBA4407}"/>
              </a:ext>
            </a:extLst>
          </p:cNvPr>
          <p:cNvPicPr>
            <a:picLocks noChangeAspect="1"/>
          </p:cNvPicPr>
          <p:nvPr/>
        </p:nvPicPr>
        <p:blipFill>
          <a:blip r:embed="rId2"/>
          <a:srcRect r="16106"/>
          <a:stretch>
            <a:fillRect/>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D04B3E5B-0A62-096B-D493-8C6039D5CE6F}"/>
              </a:ext>
            </a:extLst>
          </p:cNvPr>
          <p:cNvSpPr txBox="1"/>
          <p:nvPr/>
        </p:nvSpPr>
        <p:spPr>
          <a:xfrm>
            <a:off x="7531610" y="365125"/>
            <a:ext cx="3822189" cy="189991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a:latin typeface="+mj-lt"/>
                <a:ea typeface="+mj-ea"/>
                <a:cs typeface="+mj-cs"/>
              </a:rPr>
              <a:t>Notice Page</a:t>
            </a:r>
          </a:p>
        </p:txBody>
      </p:sp>
      <p:sp>
        <p:nvSpPr>
          <p:cNvPr id="4" name="TextBox 3">
            <a:extLst>
              <a:ext uri="{FF2B5EF4-FFF2-40B4-BE49-F238E27FC236}">
                <a16:creationId xmlns:a16="http://schemas.microsoft.com/office/drawing/2014/main" id="{519ED74B-ADCB-6FD6-1D13-149D3D1CC868}"/>
              </a:ext>
            </a:extLst>
          </p:cNvPr>
          <p:cNvSpPr txBox="1"/>
          <p:nvPr/>
        </p:nvSpPr>
        <p:spPr>
          <a:xfrm>
            <a:off x="7531610" y="2434201"/>
            <a:ext cx="3822189" cy="3742762"/>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800" dirty="0"/>
              <a:t>•The notice page shows important announcements for students and staff. It helps keep everyone updated with the latest information.</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309525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7FFBAF4-6339-08E8-B79F-10BCCD1F140D}"/>
              </a:ext>
            </a:extLst>
          </p:cNvPr>
          <p:cNvSpPr txBox="1"/>
          <p:nvPr/>
        </p:nvSpPr>
        <p:spPr>
          <a:xfrm>
            <a:off x="640080" y="4777739"/>
            <a:ext cx="3418990" cy="14121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400">
                <a:latin typeface="+mj-lt"/>
                <a:ea typeface="+mj-ea"/>
                <a:cs typeface="+mj-cs"/>
              </a:rPr>
              <a:t>Add Subject Page</a:t>
            </a:r>
          </a:p>
        </p:txBody>
      </p:sp>
      <p:pic>
        <p:nvPicPr>
          <p:cNvPr id="4" name="Picture 3" descr="A screenshot of a computer&#10;&#10;AI-generated content may be incorrect.">
            <a:extLst>
              <a:ext uri="{FF2B5EF4-FFF2-40B4-BE49-F238E27FC236}">
                <a16:creationId xmlns:a16="http://schemas.microsoft.com/office/drawing/2014/main" id="{2DC9E9E2-FDBD-0592-766B-33142FA7E4A4}"/>
              </a:ext>
            </a:extLst>
          </p:cNvPr>
          <p:cNvPicPr>
            <a:picLocks noChangeAspect="1"/>
          </p:cNvPicPr>
          <p:nvPr/>
        </p:nvPicPr>
        <p:blipFill>
          <a:blip r:embed="rId2"/>
          <a:srcRect t="10268" b="26894"/>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4"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3E1214E-7173-77DE-1B8A-75F7CC8837DD}"/>
              </a:ext>
            </a:extLst>
          </p:cNvPr>
          <p:cNvSpPr txBox="1"/>
          <p:nvPr/>
        </p:nvSpPr>
        <p:spPr>
          <a:xfrm>
            <a:off x="4654294" y="4777739"/>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dirty="0"/>
              <a:t>•This module enables adding and managing subjects offered in the system. Users can specify subject codes, titles, and related information.</a:t>
            </a:r>
          </a:p>
          <a:p>
            <a:pPr indent="-228600">
              <a:lnSpc>
                <a:spcPct val="90000"/>
              </a:lnSpc>
              <a:spcAft>
                <a:spcPts val="600"/>
              </a:spcAft>
              <a:buFont typeface="Arial" panose="020B0604020202020204" pitchFamily="34" charset="0"/>
              <a:buChar char="•"/>
            </a:pPr>
            <a:endParaRPr lang="en-US" sz="2200"/>
          </a:p>
        </p:txBody>
      </p:sp>
    </p:spTree>
    <p:extLst>
      <p:ext uri="{BB962C8B-B14F-4D97-AF65-F5344CB8AC3E}">
        <p14:creationId xmlns:p14="http://schemas.microsoft.com/office/powerpoint/2010/main" val="1269401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holding a wooden block with a thank you message&#10;&#10;AI-generated content may be incorrect.">
            <a:extLst>
              <a:ext uri="{FF2B5EF4-FFF2-40B4-BE49-F238E27FC236}">
                <a16:creationId xmlns:a16="http://schemas.microsoft.com/office/drawing/2014/main" id="{FFC21048-9AA1-5B32-4A33-A9743F873343}"/>
              </a:ext>
            </a:extLst>
          </p:cNvPr>
          <p:cNvPicPr>
            <a:picLocks noChangeAspect="1"/>
          </p:cNvPicPr>
          <p:nvPr/>
        </p:nvPicPr>
        <p:blipFill>
          <a:blip r:embed="rId2"/>
          <a:srcRect t="221" r="-1" b="-1"/>
          <a:stretch>
            <a:fillRect/>
          </a:stretch>
        </p:blipFill>
        <p:spPr>
          <a:xfrm>
            <a:off x="-1" y="10"/>
            <a:ext cx="12228129" cy="4666928"/>
          </a:xfrm>
          <a:prstGeom prst="rect">
            <a:avLst/>
          </a:prstGeom>
        </p:spPr>
      </p:pic>
      <p:grpSp>
        <p:nvGrpSpPr>
          <p:cNvPr id="11" name="Group 1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2" name="Freeform: Shape 1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5" name="Freeform: Shape 1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extBox 1">
            <a:extLst>
              <a:ext uri="{FF2B5EF4-FFF2-40B4-BE49-F238E27FC236}">
                <a16:creationId xmlns:a16="http://schemas.microsoft.com/office/drawing/2014/main" id="{020EB18A-05D7-1CBE-7E71-0CC1AA5B30B2}"/>
              </a:ext>
            </a:extLst>
          </p:cNvPr>
          <p:cNvSpPr txBox="1"/>
          <p:nvPr/>
        </p:nvSpPr>
        <p:spPr>
          <a:xfrm>
            <a:off x="1113157" y="4551037"/>
            <a:ext cx="10283501" cy="150993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2400" b="1" dirty="0">
                <a:solidFill>
                  <a:schemeClr val="tx2"/>
                </a:solidFill>
              </a:rPr>
              <a:t>Conclusion</a:t>
            </a:r>
            <a:endParaRPr lang="en-US" sz="2400" dirty="0">
              <a:solidFill>
                <a:schemeClr val="tx2"/>
              </a:solidFill>
            </a:endParaRPr>
          </a:p>
          <a:p>
            <a:pPr indent="-228600">
              <a:lnSpc>
                <a:spcPct val="90000"/>
              </a:lnSpc>
              <a:spcAft>
                <a:spcPts val="600"/>
              </a:spcAft>
              <a:buFont typeface="Arial" panose="020B0604020202020204" pitchFamily="34" charset="0"/>
              <a:buChar char="•"/>
            </a:pPr>
            <a:r>
              <a:rPr lang="en-US" sz="2400" dirty="0">
                <a:solidFill>
                  <a:schemeClr val="tx2"/>
                </a:solidFill>
              </a:rPr>
              <a:t>The Student Management Application successfully automates and organizes essential academic operations. It enhances transparency, saves time, and minimizes human error. By integrating different management functions into one platform, it simplifies communication and record-keeping in educational institutions. Future upgrades can include advanced analytics, attendance tracking, and online grading systems for greater functionality.</a:t>
            </a:r>
          </a:p>
          <a:p>
            <a:pPr indent="-228600">
              <a:lnSpc>
                <a:spcPct val="90000"/>
              </a:lnSpc>
              <a:spcAft>
                <a:spcPts val="600"/>
              </a:spcAft>
              <a:buFont typeface="Arial" panose="020B0604020202020204" pitchFamily="34" charset="0"/>
              <a:buChar char="•"/>
            </a:pPr>
            <a:endParaRPr lang="en-US" sz="1100">
              <a:solidFill>
                <a:schemeClr val="tx2"/>
              </a:solidFill>
            </a:endParaRPr>
          </a:p>
        </p:txBody>
      </p:sp>
    </p:spTree>
    <p:extLst>
      <p:ext uri="{BB962C8B-B14F-4D97-AF65-F5344CB8AC3E}">
        <p14:creationId xmlns:p14="http://schemas.microsoft.com/office/powerpoint/2010/main" val="3839963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281</cp:revision>
  <dcterms:created xsi:type="dcterms:W3CDTF">2025-10-28T04:40:13Z</dcterms:created>
  <dcterms:modified xsi:type="dcterms:W3CDTF">2025-10-28T07:24:58Z</dcterms:modified>
</cp:coreProperties>
</file>